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8019D7-73DA-4853-9D88-12987F3A303E}" v="66" dt="2026-06-13T09:20:28.4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8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sha MUddada" userId="cd322978b1b763dd" providerId="LiveId" clId="{A7C060BF-D8B7-46CE-ABDE-E927D971B749}"/>
    <pc:docChg chg="undo custSel addSld delSld modSld">
      <pc:chgData name="Anusha MUddada" userId="cd322978b1b763dd" providerId="LiveId" clId="{A7C060BF-D8B7-46CE-ABDE-E927D971B749}" dt="2026-06-13T09:20:38.161" v="1463" actId="255"/>
      <pc:docMkLst>
        <pc:docMk/>
      </pc:docMkLst>
      <pc:sldChg chg="addSp delSp modSp mod">
        <pc:chgData name="Anusha MUddada" userId="cd322978b1b763dd" providerId="LiveId" clId="{A7C060BF-D8B7-46CE-ABDE-E927D971B749}" dt="2026-06-13T09:20:38.161" v="1463" actId="255"/>
        <pc:sldMkLst>
          <pc:docMk/>
          <pc:sldMk cId="1701855587" sldId="256"/>
        </pc:sldMkLst>
        <pc:spChg chg="mod">
          <ac:chgData name="Anusha MUddada" userId="cd322978b1b763dd" providerId="LiveId" clId="{A7C060BF-D8B7-46CE-ABDE-E927D971B749}" dt="2026-06-13T08:50:18.766" v="1278" actId="207"/>
          <ac:spMkLst>
            <pc:docMk/>
            <pc:sldMk cId="1701855587" sldId="256"/>
            <ac:spMk id="2" creationId="{F1080E88-2DBF-ABE4-B64F-9673F68DB8A5}"/>
          </ac:spMkLst>
        </pc:spChg>
        <pc:spChg chg="mod">
          <ac:chgData name="Anusha MUddada" userId="cd322978b1b763dd" providerId="LiveId" clId="{A7C060BF-D8B7-46CE-ABDE-E927D971B749}" dt="2026-06-13T08:59:41.781" v="1399" actId="1076"/>
          <ac:spMkLst>
            <pc:docMk/>
            <pc:sldMk cId="1701855587" sldId="256"/>
            <ac:spMk id="3" creationId="{584C4A10-A9FD-2ED8-9BD5-BDBE90F4BADA}"/>
          </ac:spMkLst>
        </pc:spChg>
        <pc:spChg chg="add del mod">
          <ac:chgData name="Anusha MUddada" userId="cd322978b1b763dd" providerId="LiveId" clId="{A7C060BF-D8B7-46CE-ABDE-E927D971B749}" dt="2026-06-13T08:52:12.637" v="1298"/>
          <ac:spMkLst>
            <pc:docMk/>
            <pc:sldMk cId="1701855587" sldId="256"/>
            <ac:spMk id="4" creationId="{A61FDB77-8F0A-19D9-3F9E-831395D6297C}"/>
          </ac:spMkLst>
        </pc:spChg>
        <pc:spChg chg="add mod">
          <ac:chgData name="Anusha MUddada" userId="cd322978b1b763dd" providerId="LiveId" clId="{A7C060BF-D8B7-46CE-ABDE-E927D971B749}" dt="2026-06-13T08:59:46.109" v="1400" actId="1076"/>
          <ac:spMkLst>
            <pc:docMk/>
            <pc:sldMk cId="1701855587" sldId="256"/>
            <ac:spMk id="5" creationId="{1B152DB6-BE42-DA52-D0D5-88461AA54A09}"/>
          </ac:spMkLst>
        </pc:spChg>
        <pc:spChg chg="add mod">
          <ac:chgData name="Anusha MUddada" userId="cd322978b1b763dd" providerId="LiveId" clId="{A7C060BF-D8B7-46CE-ABDE-E927D971B749}" dt="2026-06-13T09:20:38.161" v="1463" actId="255"/>
          <ac:spMkLst>
            <pc:docMk/>
            <pc:sldMk cId="1701855587" sldId="256"/>
            <ac:spMk id="6" creationId="{697DF650-8BD0-E428-6E19-C4967CF0BDBE}"/>
          </ac:spMkLst>
        </pc:spChg>
      </pc:sldChg>
      <pc:sldChg chg="addSp delSp modSp mod">
        <pc:chgData name="Anusha MUddada" userId="cd322978b1b763dd" providerId="LiveId" clId="{A7C060BF-D8B7-46CE-ABDE-E927D971B749}" dt="2026-06-13T08:46:58.916" v="1257" actId="14100"/>
        <pc:sldMkLst>
          <pc:docMk/>
          <pc:sldMk cId="1667207493" sldId="257"/>
        </pc:sldMkLst>
        <pc:spChg chg="mod">
          <ac:chgData name="Anusha MUddada" userId="cd322978b1b763dd" providerId="LiveId" clId="{A7C060BF-D8B7-46CE-ABDE-E927D971B749}" dt="2026-06-13T08:46:58.916" v="1257" actId="14100"/>
          <ac:spMkLst>
            <pc:docMk/>
            <pc:sldMk cId="1667207493" sldId="257"/>
            <ac:spMk id="2" creationId="{A2E1D217-266B-BB36-70B2-335134E084C2}"/>
          </ac:spMkLst>
        </pc:spChg>
        <pc:spChg chg="mod">
          <ac:chgData name="Anusha MUddada" userId="cd322978b1b763dd" providerId="LiveId" clId="{A7C060BF-D8B7-46CE-ABDE-E927D971B749}" dt="2026-06-13T08:46:11.976" v="1256" actId="1076"/>
          <ac:spMkLst>
            <pc:docMk/>
            <pc:sldMk cId="1667207493" sldId="257"/>
            <ac:spMk id="3" creationId="{8B90A735-A782-D7A4-4FEA-E2D4CE5B33CF}"/>
          </ac:spMkLst>
        </pc:spChg>
        <pc:spChg chg="mod">
          <ac:chgData name="Anusha MUddada" userId="cd322978b1b763dd" providerId="LiveId" clId="{A7C060BF-D8B7-46CE-ABDE-E927D971B749}" dt="2026-06-13T08:46:07.409" v="1255" actId="1076"/>
          <ac:spMkLst>
            <pc:docMk/>
            <pc:sldMk cId="1667207493" sldId="257"/>
            <ac:spMk id="5" creationId="{AFA753EE-C1A2-BCAA-24D3-36DFAFA13ACC}"/>
          </ac:spMkLst>
        </pc:spChg>
        <pc:spChg chg="add del">
          <ac:chgData name="Anusha MUddada" userId="cd322978b1b763dd" providerId="LiveId" clId="{A7C060BF-D8B7-46CE-ABDE-E927D971B749}" dt="2026-06-12T11:45:14.376" v="69" actId="11529"/>
          <ac:spMkLst>
            <pc:docMk/>
            <pc:sldMk cId="1667207493" sldId="257"/>
            <ac:spMk id="6" creationId="{E2B053F2-134B-C4EE-58D8-AA69E10DA370}"/>
          </ac:spMkLst>
        </pc:spChg>
        <pc:spChg chg="add del mod">
          <ac:chgData name="Anusha MUddada" userId="cd322978b1b763dd" providerId="LiveId" clId="{A7C060BF-D8B7-46CE-ABDE-E927D971B749}" dt="2026-06-12T11:45:34.124" v="73" actId="21"/>
          <ac:spMkLst>
            <pc:docMk/>
            <pc:sldMk cId="1667207493" sldId="257"/>
            <ac:spMk id="7" creationId="{CA509200-9EF8-199F-35CD-8D1F196C8144}"/>
          </ac:spMkLst>
        </pc:spChg>
      </pc:sldChg>
      <pc:sldChg chg="modSp new mod">
        <pc:chgData name="Anusha MUddada" userId="cd322978b1b763dd" providerId="LiveId" clId="{A7C060BF-D8B7-46CE-ABDE-E927D971B749}" dt="2026-06-12T17:20:02.452" v="1019" actId="1076"/>
        <pc:sldMkLst>
          <pc:docMk/>
          <pc:sldMk cId="3433426237" sldId="258"/>
        </pc:sldMkLst>
        <pc:spChg chg="mod">
          <ac:chgData name="Anusha MUddada" userId="cd322978b1b763dd" providerId="LiveId" clId="{A7C060BF-D8B7-46CE-ABDE-E927D971B749}" dt="2026-06-12T17:20:02.452" v="1019" actId="1076"/>
          <ac:spMkLst>
            <pc:docMk/>
            <pc:sldMk cId="3433426237" sldId="258"/>
            <ac:spMk id="2" creationId="{382C02D1-5AFD-486E-AEDE-EEA391D13698}"/>
          </ac:spMkLst>
        </pc:spChg>
        <pc:spChg chg="mod">
          <ac:chgData name="Anusha MUddada" userId="cd322978b1b763dd" providerId="LiveId" clId="{A7C060BF-D8B7-46CE-ABDE-E927D971B749}" dt="2026-06-12T11:54:22.763" v="120" actId="2711"/>
          <ac:spMkLst>
            <pc:docMk/>
            <pc:sldMk cId="3433426237" sldId="258"/>
            <ac:spMk id="3" creationId="{9B45758F-CE7E-AF04-2DEC-CF0DD70E23FF}"/>
          </ac:spMkLst>
        </pc:spChg>
      </pc:sldChg>
      <pc:sldChg chg="addSp delSp modSp new mod">
        <pc:chgData name="Anusha MUddada" userId="cd322978b1b763dd" providerId="LiveId" clId="{A7C060BF-D8B7-46CE-ABDE-E927D971B749}" dt="2026-06-12T17:22:39.469" v="1028" actId="1076"/>
        <pc:sldMkLst>
          <pc:docMk/>
          <pc:sldMk cId="2644145025" sldId="259"/>
        </pc:sldMkLst>
        <pc:spChg chg="mod">
          <ac:chgData name="Anusha MUddada" userId="cd322978b1b763dd" providerId="LiveId" clId="{A7C060BF-D8B7-46CE-ABDE-E927D971B749}" dt="2026-06-12T17:22:39.469" v="1028" actId="1076"/>
          <ac:spMkLst>
            <pc:docMk/>
            <pc:sldMk cId="2644145025" sldId="259"/>
            <ac:spMk id="2" creationId="{3C102F2B-B85D-7676-A986-E33BBF690B08}"/>
          </ac:spMkLst>
        </pc:spChg>
        <pc:spChg chg="del mod">
          <ac:chgData name="Anusha MUddada" userId="cd322978b1b763dd" providerId="LiveId" clId="{A7C060BF-D8B7-46CE-ABDE-E927D971B749}" dt="2026-06-12T11:56:59.167" v="127" actId="931"/>
          <ac:spMkLst>
            <pc:docMk/>
            <pc:sldMk cId="2644145025" sldId="259"/>
            <ac:spMk id="3" creationId="{43E8A3C8-03DB-F989-F59C-2199FB2AAEA8}"/>
          </ac:spMkLst>
        </pc:spChg>
        <pc:spChg chg="add mod">
          <ac:chgData name="Anusha MUddada" userId="cd322978b1b763dd" providerId="LiveId" clId="{A7C060BF-D8B7-46CE-ABDE-E927D971B749}" dt="2026-06-12T12:20:33.323" v="236" actId="255"/>
          <ac:spMkLst>
            <pc:docMk/>
            <pc:sldMk cId="2644145025" sldId="259"/>
            <ac:spMk id="8" creationId="{BA7425AB-7BE2-49AB-4DE3-653678C8998F}"/>
          </ac:spMkLst>
        </pc:spChg>
        <pc:picChg chg="add mod ord">
          <ac:chgData name="Anusha MUddada" userId="cd322978b1b763dd" providerId="LiveId" clId="{A7C060BF-D8B7-46CE-ABDE-E927D971B749}" dt="2026-06-12T17:22:34.437" v="1027" actId="1076"/>
          <ac:picMkLst>
            <pc:docMk/>
            <pc:sldMk cId="2644145025" sldId="259"/>
            <ac:picMk id="7" creationId="{DC59730E-CB62-2DA0-9046-F1BDC912D50F}"/>
          </ac:picMkLst>
        </pc:picChg>
      </pc:sldChg>
      <pc:sldChg chg="addSp delSp modSp new mod">
        <pc:chgData name="Anusha MUddada" userId="cd322978b1b763dd" providerId="LiveId" clId="{A7C060BF-D8B7-46CE-ABDE-E927D971B749}" dt="2026-06-12T17:26:43.345" v="1032" actId="1076"/>
        <pc:sldMkLst>
          <pc:docMk/>
          <pc:sldMk cId="2495721582" sldId="260"/>
        </pc:sldMkLst>
        <pc:spChg chg="mod">
          <ac:chgData name="Anusha MUddada" userId="cd322978b1b763dd" providerId="LiveId" clId="{A7C060BF-D8B7-46CE-ABDE-E927D971B749}" dt="2026-06-12T17:26:43.345" v="1032" actId="1076"/>
          <ac:spMkLst>
            <pc:docMk/>
            <pc:sldMk cId="2495721582" sldId="260"/>
            <ac:spMk id="2" creationId="{4D7ED91A-B095-54F7-CF0B-78F6C583F52D}"/>
          </ac:spMkLst>
        </pc:spChg>
        <pc:spChg chg="del mod">
          <ac:chgData name="Anusha MUddada" userId="cd322978b1b763dd" providerId="LiveId" clId="{A7C060BF-D8B7-46CE-ABDE-E927D971B749}" dt="2026-06-12T12:18:28.438" v="214" actId="931"/>
          <ac:spMkLst>
            <pc:docMk/>
            <pc:sldMk cId="2495721582" sldId="260"/>
            <ac:spMk id="3" creationId="{7EA58611-E3CC-B06B-CD18-0F07CF8BF28A}"/>
          </ac:spMkLst>
        </pc:spChg>
        <pc:spChg chg="add mod">
          <ac:chgData name="Anusha MUddada" userId="cd322978b1b763dd" providerId="LiveId" clId="{A7C060BF-D8B7-46CE-ABDE-E927D971B749}" dt="2026-06-12T12:22:37.229" v="247" actId="20577"/>
          <ac:spMkLst>
            <pc:docMk/>
            <pc:sldMk cId="2495721582" sldId="260"/>
            <ac:spMk id="6" creationId="{4AAF3F0F-1B3E-9BB2-B7FD-825C528B1194}"/>
          </ac:spMkLst>
        </pc:spChg>
        <pc:picChg chg="add mod ord">
          <ac:chgData name="Anusha MUddada" userId="cd322978b1b763dd" providerId="LiveId" clId="{A7C060BF-D8B7-46CE-ABDE-E927D971B749}" dt="2026-06-12T12:22:46.663" v="248" actId="1076"/>
          <ac:picMkLst>
            <pc:docMk/>
            <pc:sldMk cId="2495721582" sldId="260"/>
            <ac:picMk id="5" creationId="{5E04F74A-8E0A-1BE3-B395-CBD144854FED}"/>
          </ac:picMkLst>
        </pc:picChg>
      </pc:sldChg>
      <pc:sldChg chg="addSp delSp modSp new mod">
        <pc:chgData name="Anusha MUddada" userId="cd322978b1b763dd" providerId="LiveId" clId="{A7C060BF-D8B7-46CE-ABDE-E927D971B749}" dt="2026-06-12T18:02:20.941" v="1042" actId="14100"/>
        <pc:sldMkLst>
          <pc:docMk/>
          <pc:sldMk cId="41796503" sldId="261"/>
        </pc:sldMkLst>
        <pc:spChg chg="mod">
          <ac:chgData name="Anusha MUddada" userId="cd322978b1b763dd" providerId="LiveId" clId="{A7C060BF-D8B7-46CE-ABDE-E927D971B749}" dt="2026-06-12T18:02:20.941" v="1042" actId="14100"/>
          <ac:spMkLst>
            <pc:docMk/>
            <pc:sldMk cId="41796503" sldId="261"/>
            <ac:spMk id="2" creationId="{711FD707-1D7E-58C4-9D8F-47F4F3F06E07}"/>
          </ac:spMkLst>
        </pc:spChg>
        <pc:spChg chg="del mod">
          <ac:chgData name="Anusha MUddada" userId="cd322978b1b763dd" providerId="LiveId" clId="{A7C060BF-D8B7-46CE-ABDE-E927D971B749}" dt="2026-06-12T12:27:31.129" v="284" actId="931"/>
          <ac:spMkLst>
            <pc:docMk/>
            <pc:sldMk cId="41796503" sldId="261"/>
            <ac:spMk id="3" creationId="{81BB29BC-7CB0-5A0E-D949-8319CD3CABEB}"/>
          </ac:spMkLst>
        </pc:spChg>
        <pc:spChg chg="add mod">
          <ac:chgData name="Anusha MUddada" userId="cd322978b1b763dd" providerId="LiveId" clId="{A7C060BF-D8B7-46CE-ABDE-E927D971B749}" dt="2026-06-12T12:32:32.604" v="304" actId="14100"/>
          <ac:spMkLst>
            <pc:docMk/>
            <pc:sldMk cId="41796503" sldId="261"/>
            <ac:spMk id="6" creationId="{C92B7C3B-3D7A-C961-63D5-B9DE78269B48}"/>
          </ac:spMkLst>
        </pc:spChg>
        <pc:picChg chg="add mod ord">
          <ac:chgData name="Anusha MUddada" userId="cd322978b1b763dd" providerId="LiveId" clId="{A7C060BF-D8B7-46CE-ABDE-E927D971B749}" dt="2026-06-12T12:27:40.851" v="287" actId="1076"/>
          <ac:picMkLst>
            <pc:docMk/>
            <pc:sldMk cId="41796503" sldId="261"/>
            <ac:picMk id="5" creationId="{1B5F59D9-209B-B180-C20C-3686A558BFAD}"/>
          </ac:picMkLst>
        </pc:picChg>
      </pc:sldChg>
      <pc:sldChg chg="addSp delSp modSp new mod">
        <pc:chgData name="Anusha MUddada" userId="cd322978b1b763dd" providerId="LiveId" clId="{A7C060BF-D8B7-46CE-ABDE-E927D971B749}" dt="2026-06-12T18:02:43.740" v="1047" actId="14100"/>
        <pc:sldMkLst>
          <pc:docMk/>
          <pc:sldMk cId="2305500183" sldId="262"/>
        </pc:sldMkLst>
        <pc:spChg chg="mod">
          <ac:chgData name="Anusha MUddada" userId="cd322978b1b763dd" providerId="LiveId" clId="{A7C060BF-D8B7-46CE-ABDE-E927D971B749}" dt="2026-06-12T18:02:43.740" v="1047" actId="14100"/>
          <ac:spMkLst>
            <pc:docMk/>
            <pc:sldMk cId="2305500183" sldId="262"/>
            <ac:spMk id="2" creationId="{262A5828-C4EB-1AAA-7FFE-C7398E0784D6}"/>
          </ac:spMkLst>
        </pc:spChg>
        <pc:spChg chg="del mod">
          <ac:chgData name="Anusha MUddada" userId="cd322978b1b763dd" providerId="LiveId" clId="{A7C060BF-D8B7-46CE-ABDE-E927D971B749}" dt="2026-06-12T12:38:28.179" v="367" actId="931"/>
          <ac:spMkLst>
            <pc:docMk/>
            <pc:sldMk cId="2305500183" sldId="262"/>
            <ac:spMk id="3" creationId="{C81DEDF7-FA49-6887-9498-1C10E43C6449}"/>
          </ac:spMkLst>
        </pc:spChg>
        <pc:spChg chg="add mod">
          <ac:chgData name="Anusha MUddada" userId="cd322978b1b763dd" providerId="LiveId" clId="{A7C060BF-D8B7-46CE-ABDE-E927D971B749}" dt="2026-06-12T12:41:23.336" v="400" actId="1076"/>
          <ac:spMkLst>
            <pc:docMk/>
            <pc:sldMk cId="2305500183" sldId="262"/>
            <ac:spMk id="6" creationId="{31F3F79B-1066-846A-68F5-590A80019100}"/>
          </ac:spMkLst>
        </pc:spChg>
        <pc:picChg chg="add mod ord">
          <ac:chgData name="Anusha MUddada" userId="cd322978b1b763dd" providerId="LiveId" clId="{A7C060BF-D8B7-46CE-ABDE-E927D971B749}" dt="2026-06-12T12:41:03.212" v="397" actId="1076"/>
          <ac:picMkLst>
            <pc:docMk/>
            <pc:sldMk cId="2305500183" sldId="262"/>
            <ac:picMk id="5" creationId="{F930E90D-CDC8-8C4C-EA3D-36D121913255}"/>
          </ac:picMkLst>
        </pc:picChg>
      </pc:sldChg>
      <pc:sldChg chg="addSp delSp modSp new mod">
        <pc:chgData name="Anusha MUddada" userId="cd322978b1b763dd" providerId="LiveId" clId="{A7C060BF-D8B7-46CE-ABDE-E927D971B749}" dt="2026-06-12T18:03:10.521" v="1053" actId="1076"/>
        <pc:sldMkLst>
          <pc:docMk/>
          <pc:sldMk cId="2444087417" sldId="263"/>
        </pc:sldMkLst>
        <pc:spChg chg="mod">
          <ac:chgData name="Anusha MUddada" userId="cd322978b1b763dd" providerId="LiveId" clId="{A7C060BF-D8B7-46CE-ABDE-E927D971B749}" dt="2026-06-12T18:03:10.521" v="1053" actId="1076"/>
          <ac:spMkLst>
            <pc:docMk/>
            <pc:sldMk cId="2444087417" sldId="263"/>
            <ac:spMk id="2" creationId="{3258ED8C-A78E-4DB5-E947-0BD3BD4EFF68}"/>
          </ac:spMkLst>
        </pc:spChg>
        <pc:spChg chg="del">
          <ac:chgData name="Anusha MUddada" userId="cd322978b1b763dd" providerId="LiveId" clId="{A7C060BF-D8B7-46CE-ABDE-E927D971B749}" dt="2026-06-12T12:43:10.434" v="449" actId="931"/>
          <ac:spMkLst>
            <pc:docMk/>
            <pc:sldMk cId="2444087417" sldId="263"/>
            <ac:spMk id="3" creationId="{7FFD435A-4089-588B-973E-E1642B149C49}"/>
          </ac:spMkLst>
        </pc:spChg>
        <pc:spChg chg="add del mod">
          <ac:chgData name="Anusha MUddada" userId="cd322978b1b763dd" providerId="LiveId" clId="{A7C060BF-D8B7-46CE-ABDE-E927D971B749}" dt="2026-06-12T12:58:33.752" v="467"/>
          <ac:spMkLst>
            <pc:docMk/>
            <pc:sldMk cId="2444087417" sldId="263"/>
            <ac:spMk id="6" creationId="{C0FC1F9A-6599-3C3C-8017-F83ADBF805DC}"/>
          </ac:spMkLst>
        </pc:spChg>
        <pc:spChg chg="add mod">
          <ac:chgData name="Anusha MUddada" userId="cd322978b1b763dd" providerId="LiveId" clId="{A7C060BF-D8B7-46CE-ABDE-E927D971B749}" dt="2026-06-12T13:19:23.773" v="573" actId="255"/>
          <ac:spMkLst>
            <pc:docMk/>
            <pc:sldMk cId="2444087417" sldId="263"/>
            <ac:spMk id="7" creationId="{1C14630E-1BB9-301F-2950-97CB9A952A88}"/>
          </ac:spMkLst>
        </pc:spChg>
        <pc:picChg chg="add mod ord">
          <ac:chgData name="Anusha MUddada" userId="cd322978b1b763dd" providerId="LiveId" clId="{A7C060BF-D8B7-46CE-ABDE-E927D971B749}" dt="2026-06-12T13:02:23.345" v="496" actId="1076"/>
          <ac:picMkLst>
            <pc:docMk/>
            <pc:sldMk cId="2444087417" sldId="263"/>
            <ac:picMk id="5" creationId="{593EF36D-6962-6263-B49E-67F331FE3B3F}"/>
          </ac:picMkLst>
        </pc:picChg>
      </pc:sldChg>
      <pc:sldChg chg="addSp delSp modSp new mod">
        <pc:chgData name="Anusha MUddada" userId="cd322978b1b763dd" providerId="LiveId" clId="{A7C060BF-D8B7-46CE-ABDE-E927D971B749}" dt="2026-06-12T18:03:38.744" v="1059" actId="1076"/>
        <pc:sldMkLst>
          <pc:docMk/>
          <pc:sldMk cId="417574392" sldId="264"/>
        </pc:sldMkLst>
        <pc:spChg chg="mod">
          <ac:chgData name="Anusha MUddada" userId="cd322978b1b763dd" providerId="LiveId" clId="{A7C060BF-D8B7-46CE-ABDE-E927D971B749}" dt="2026-06-12T18:03:38.744" v="1059" actId="1076"/>
          <ac:spMkLst>
            <pc:docMk/>
            <pc:sldMk cId="417574392" sldId="264"/>
            <ac:spMk id="2" creationId="{BBD1E17D-4B43-0A5D-B4D5-1ED1211845A5}"/>
          </ac:spMkLst>
        </pc:spChg>
        <pc:spChg chg="del">
          <ac:chgData name="Anusha MUddada" userId="cd322978b1b763dd" providerId="LiveId" clId="{A7C060BF-D8B7-46CE-ABDE-E927D971B749}" dt="2026-06-12T13:04:23.895" v="540" actId="931"/>
          <ac:spMkLst>
            <pc:docMk/>
            <pc:sldMk cId="417574392" sldId="264"/>
            <ac:spMk id="3" creationId="{9531967B-C0DB-137A-95E4-D54ABA4995CD}"/>
          </ac:spMkLst>
        </pc:spChg>
        <pc:spChg chg="add mod">
          <ac:chgData name="Anusha MUddada" userId="cd322978b1b763dd" providerId="LiveId" clId="{A7C060BF-D8B7-46CE-ABDE-E927D971B749}" dt="2026-06-12T13:18:40.152" v="565" actId="1076"/>
          <ac:spMkLst>
            <pc:docMk/>
            <pc:sldMk cId="417574392" sldId="264"/>
            <ac:spMk id="6" creationId="{3CBE5493-8E79-07B8-6F03-7B68EC6D04B3}"/>
          </ac:spMkLst>
        </pc:spChg>
        <pc:picChg chg="add mod ord">
          <ac:chgData name="Anusha MUddada" userId="cd322978b1b763dd" providerId="LiveId" clId="{A7C060BF-D8B7-46CE-ABDE-E927D971B749}" dt="2026-06-12T13:18:44.849" v="566" actId="1076"/>
          <ac:picMkLst>
            <pc:docMk/>
            <pc:sldMk cId="417574392" sldId="264"/>
            <ac:picMk id="5" creationId="{3F1564A3-E191-DBF0-7080-088BCAA491F6}"/>
          </ac:picMkLst>
        </pc:picChg>
      </pc:sldChg>
      <pc:sldChg chg="addSp delSp modSp new mod">
        <pc:chgData name="Anusha MUddada" userId="cd322978b1b763dd" providerId="LiveId" clId="{A7C060BF-D8B7-46CE-ABDE-E927D971B749}" dt="2026-06-12T18:04:16.210" v="1067" actId="1076"/>
        <pc:sldMkLst>
          <pc:docMk/>
          <pc:sldMk cId="176442735" sldId="265"/>
        </pc:sldMkLst>
        <pc:spChg chg="mod">
          <ac:chgData name="Anusha MUddada" userId="cd322978b1b763dd" providerId="LiveId" clId="{A7C060BF-D8B7-46CE-ABDE-E927D971B749}" dt="2026-06-12T18:04:16.210" v="1067" actId="1076"/>
          <ac:spMkLst>
            <pc:docMk/>
            <pc:sldMk cId="176442735" sldId="265"/>
            <ac:spMk id="2" creationId="{A5E15FCC-6F0A-271D-C779-9C061AF4E0C0}"/>
          </ac:spMkLst>
        </pc:spChg>
        <pc:spChg chg="del mod">
          <ac:chgData name="Anusha MUddada" userId="cd322978b1b763dd" providerId="LiveId" clId="{A7C060BF-D8B7-46CE-ABDE-E927D971B749}" dt="2026-06-12T13:23:47.164" v="611" actId="931"/>
          <ac:spMkLst>
            <pc:docMk/>
            <pc:sldMk cId="176442735" sldId="265"/>
            <ac:spMk id="3" creationId="{18505021-960E-F1F6-CB7E-49C481390CD4}"/>
          </ac:spMkLst>
        </pc:spChg>
        <pc:spChg chg="add del mod">
          <ac:chgData name="Anusha MUddada" userId="cd322978b1b763dd" providerId="LiveId" clId="{A7C060BF-D8B7-46CE-ABDE-E927D971B749}" dt="2026-06-12T13:24:23.451" v="622"/>
          <ac:spMkLst>
            <pc:docMk/>
            <pc:sldMk cId="176442735" sldId="265"/>
            <ac:spMk id="6" creationId="{A1E4B9CE-8D3F-DBEF-703C-09C0289F0D7E}"/>
          </ac:spMkLst>
        </pc:spChg>
        <pc:spChg chg="add mod">
          <ac:chgData name="Anusha MUddada" userId="cd322978b1b763dd" providerId="LiveId" clId="{A7C060BF-D8B7-46CE-ABDE-E927D971B749}" dt="2026-06-12T13:25:44.870" v="636" actId="1076"/>
          <ac:spMkLst>
            <pc:docMk/>
            <pc:sldMk cId="176442735" sldId="265"/>
            <ac:spMk id="7" creationId="{D5C57846-1182-D1FA-B60C-B1580EDEF837}"/>
          </ac:spMkLst>
        </pc:spChg>
        <pc:picChg chg="add mod ord">
          <ac:chgData name="Anusha MUddada" userId="cd322978b1b763dd" providerId="LiveId" clId="{A7C060BF-D8B7-46CE-ABDE-E927D971B749}" dt="2026-06-12T13:25:56.561" v="640" actId="1076"/>
          <ac:picMkLst>
            <pc:docMk/>
            <pc:sldMk cId="176442735" sldId="265"/>
            <ac:picMk id="5" creationId="{34AB811E-ECAC-CDAE-30E4-72057417688E}"/>
          </ac:picMkLst>
        </pc:picChg>
      </pc:sldChg>
      <pc:sldChg chg="addSp delSp modSp new mod">
        <pc:chgData name="Anusha MUddada" userId="cd322978b1b763dd" providerId="LiveId" clId="{A7C060BF-D8B7-46CE-ABDE-E927D971B749}" dt="2026-06-12T18:04:31.217" v="1071" actId="14100"/>
        <pc:sldMkLst>
          <pc:docMk/>
          <pc:sldMk cId="1660358719" sldId="266"/>
        </pc:sldMkLst>
        <pc:spChg chg="mod">
          <ac:chgData name="Anusha MUddada" userId="cd322978b1b763dd" providerId="LiveId" clId="{A7C060BF-D8B7-46CE-ABDE-E927D971B749}" dt="2026-06-12T18:04:31.217" v="1071" actId="14100"/>
          <ac:spMkLst>
            <pc:docMk/>
            <pc:sldMk cId="1660358719" sldId="266"/>
            <ac:spMk id="2" creationId="{97F460B0-A648-C8E4-5596-95BD0F44E8C5}"/>
          </ac:spMkLst>
        </pc:spChg>
        <pc:spChg chg="del">
          <ac:chgData name="Anusha MUddada" userId="cd322978b1b763dd" providerId="LiveId" clId="{A7C060BF-D8B7-46CE-ABDE-E927D971B749}" dt="2026-06-12T13:27:44.791" v="682" actId="931"/>
          <ac:spMkLst>
            <pc:docMk/>
            <pc:sldMk cId="1660358719" sldId="266"/>
            <ac:spMk id="3" creationId="{15396C62-21B6-C348-BD2B-1A0C2DB4009C}"/>
          </ac:spMkLst>
        </pc:spChg>
        <pc:spChg chg="add mod">
          <ac:chgData name="Anusha MUddada" userId="cd322978b1b763dd" providerId="LiveId" clId="{A7C060BF-D8B7-46CE-ABDE-E927D971B749}" dt="2026-06-12T13:30:15.788" v="715" actId="1076"/>
          <ac:spMkLst>
            <pc:docMk/>
            <pc:sldMk cId="1660358719" sldId="266"/>
            <ac:spMk id="6" creationId="{B86DABC8-6CE3-8E49-75B3-C02CFC2DA521}"/>
          </ac:spMkLst>
        </pc:spChg>
        <pc:picChg chg="add mod ord">
          <ac:chgData name="Anusha MUddada" userId="cd322978b1b763dd" providerId="LiveId" clId="{A7C060BF-D8B7-46CE-ABDE-E927D971B749}" dt="2026-06-12T13:30:08.828" v="714" actId="1076"/>
          <ac:picMkLst>
            <pc:docMk/>
            <pc:sldMk cId="1660358719" sldId="266"/>
            <ac:picMk id="5" creationId="{00A11BFD-4DBF-1985-7E6E-936DC13B00F7}"/>
          </ac:picMkLst>
        </pc:picChg>
      </pc:sldChg>
      <pc:sldChg chg="addSp delSp modSp new mod">
        <pc:chgData name="Anusha MUddada" userId="cd322978b1b763dd" providerId="LiveId" clId="{A7C060BF-D8B7-46CE-ABDE-E927D971B749}" dt="2026-06-12T18:05:26.808" v="1082" actId="1076"/>
        <pc:sldMkLst>
          <pc:docMk/>
          <pc:sldMk cId="3935011476" sldId="267"/>
        </pc:sldMkLst>
        <pc:spChg chg="mod">
          <ac:chgData name="Anusha MUddada" userId="cd322978b1b763dd" providerId="LiveId" clId="{A7C060BF-D8B7-46CE-ABDE-E927D971B749}" dt="2026-06-12T18:05:26.808" v="1082" actId="1076"/>
          <ac:spMkLst>
            <pc:docMk/>
            <pc:sldMk cId="3935011476" sldId="267"/>
            <ac:spMk id="2" creationId="{466B212F-4352-3434-B4F9-68E207F129D8}"/>
          </ac:spMkLst>
        </pc:spChg>
        <pc:spChg chg="del">
          <ac:chgData name="Anusha MUddada" userId="cd322978b1b763dd" providerId="LiveId" clId="{A7C060BF-D8B7-46CE-ABDE-E927D971B749}" dt="2026-06-12T13:38:36.468" v="762" actId="931"/>
          <ac:spMkLst>
            <pc:docMk/>
            <pc:sldMk cId="3935011476" sldId="267"/>
            <ac:spMk id="3" creationId="{EEA7A345-606D-760B-A4B0-ED500B01C3FE}"/>
          </ac:spMkLst>
        </pc:spChg>
        <pc:spChg chg="add mod">
          <ac:chgData name="Anusha MUddada" userId="cd322978b1b763dd" providerId="LiveId" clId="{A7C060BF-D8B7-46CE-ABDE-E927D971B749}" dt="2026-06-12T13:40:44.473" v="785" actId="255"/>
          <ac:spMkLst>
            <pc:docMk/>
            <pc:sldMk cId="3935011476" sldId="267"/>
            <ac:spMk id="6" creationId="{462DEA0B-238E-48B1-B492-3C23C8F6A1E7}"/>
          </ac:spMkLst>
        </pc:spChg>
        <pc:picChg chg="add mod ord">
          <ac:chgData name="Anusha MUddada" userId="cd322978b1b763dd" providerId="LiveId" clId="{A7C060BF-D8B7-46CE-ABDE-E927D971B749}" dt="2026-06-12T13:38:56.057" v="770" actId="14100"/>
          <ac:picMkLst>
            <pc:docMk/>
            <pc:sldMk cId="3935011476" sldId="267"/>
            <ac:picMk id="5" creationId="{50993CD1-7B7F-EC0E-9C27-4DFD8C9B955B}"/>
          </ac:picMkLst>
        </pc:picChg>
      </pc:sldChg>
      <pc:sldChg chg="addSp delSp modSp new mod">
        <pc:chgData name="Anusha MUddada" userId="cd322978b1b763dd" providerId="LiveId" clId="{A7C060BF-D8B7-46CE-ABDE-E927D971B749}" dt="2026-06-13T09:00:22.992" v="1401" actId="1076"/>
        <pc:sldMkLst>
          <pc:docMk/>
          <pc:sldMk cId="4069292321" sldId="268"/>
        </pc:sldMkLst>
        <pc:spChg chg="mod">
          <ac:chgData name="Anusha MUddada" userId="cd322978b1b763dd" providerId="LiveId" clId="{A7C060BF-D8B7-46CE-ABDE-E927D971B749}" dt="2026-06-12T18:05:51.027" v="1087" actId="14100"/>
          <ac:spMkLst>
            <pc:docMk/>
            <pc:sldMk cId="4069292321" sldId="268"/>
            <ac:spMk id="2" creationId="{F1554796-102D-8B2B-FE87-CADCC8F626A6}"/>
          </ac:spMkLst>
        </pc:spChg>
        <pc:spChg chg="del">
          <ac:chgData name="Anusha MUddada" userId="cd322978b1b763dd" providerId="LiveId" clId="{A7C060BF-D8B7-46CE-ABDE-E927D971B749}" dt="2026-06-12T13:51:13.348" v="823" actId="931"/>
          <ac:spMkLst>
            <pc:docMk/>
            <pc:sldMk cId="4069292321" sldId="268"/>
            <ac:spMk id="3" creationId="{925C0150-D542-5F26-650C-D83C5824A5E0}"/>
          </ac:spMkLst>
        </pc:spChg>
        <pc:spChg chg="add mod">
          <ac:chgData name="Anusha MUddada" userId="cd322978b1b763dd" providerId="LiveId" clId="{A7C060BF-D8B7-46CE-ABDE-E927D971B749}" dt="2026-06-13T09:00:22.992" v="1401" actId="1076"/>
          <ac:spMkLst>
            <pc:docMk/>
            <pc:sldMk cId="4069292321" sldId="268"/>
            <ac:spMk id="6" creationId="{5A2C340D-54B9-5D88-49D1-434217B859C1}"/>
          </ac:spMkLst>
        </pc:spChg>
        <pc:picChg chg="add mod ord">
          <ac:chgData name="Anusha MUddada" userId="cd322978b1b763dd" providerId="LiveId" clId="{A7C060BF-D8B7-46CE-ABDE-E927D971B749}" dt="2026-06-12T13:51:29.741" v="828" actId="1076"/>
          <ac:picMkLst>
            <pc:docMk/>
            <pc:sldMk cId="4069292321" sldId="268"/>
            <ac:picMk id="5" creationId="{B9CD17FA-F5AC-74EB-1F98-39FE326AE75C}"/>
          </ac:picMkLst>
        </pc:picChg>
      </pc:sldChg>
      <pc:sldChg chg="addSp delSp modSp new mod">
        <pc:chgData name="Anusha MUddada" userId="cd322978b1b763dd" providerId="LiveId" clId="{A7C060BF-D8B7-46CE-ABDE-E927D971B749}" dt="2026-06-12T18:06:16.339" v="1092" actId="14100"/>
        <pc:sldMkLst>
          <pc:docMk/>
          <pc:sldMk cId="756865365" sldId="269"/>
        </pc:sldMkLst>
        <pc:spChg chg="mod">
          <ac:chgData name="Anusha MUddada" userId="cd322978b1b763dd" providerId="LiveId" clId="{A7C060BF-D8B7-46CE-ABDE-E927D971B749}" dt="2026-06-12T18:06:16.339" v="1092" actId="14100"/>
          <ac:spMkLst>
            <pc:docMk/>
            <pc:sldMk cId="756865365" sldId="269"/>
            <ac:spMk id="2" creationId="{D59B04AC-3147-2166-58EF-BADAFD0251FA}"/>
          </ac:spMkLst>
        </pc:spChg>
        <pc:spChg chg="del mod">
          <ac:chgData name="Anusha MUddada" userId="cd322978b1b763dd" providerId="LiveId" clId="{A7C060BF-D8B7-46CE-ABDE-E927D971B749}" dt="2026-06-12T14:21:34.018" v="895" actId="931"/>
          <ac:spMkLst>
            <pc:docMk/>
            <pc:sldMk cId="756865365" sldId="269"/>
            <ac:spMk id="3" creationId="{25DA3DC0-4108-8C2F-7687-2FB6BD1DE19A}"/>
          </ac:spMkLst>
        </pc:spChg>
        <pc:picChg chg="add mod ord">
          <ac:chgData name="Anusha MUddada" userId="cd322978b1b763dd" providerId="LiveId" clId="{A7C060BF-D8B7-46CE-ABDE-E927D971B749}" dt="2026-06-12T15:23:04.944" v="1002" actId="1076"/>
          <ac:picMkLst>
            <pc:docMk/>
            <pc:sldMk cId="756865365" sldId="269"/>
            <ac:picMk id="5" creationId="{D780E1BD-C589-4E24-779C-890F3179434E}"/>
          </ac:picMkLst>
        </pc:picChg>
        <pc:inkChg chg="add del">
          <ac:chgData name="Anusha MUddada" userId="cd322978b1b763dd" providerId="LiveId" clId="{A7C060BF-D8B7-46CE-ABDE-E927D971B749}" dt="2026-06-12T15:05:23.229" v="902" actId="9405"/>
          <ac:inkMkLst>
            <pc:docMk/>
            <pc:sldMk cId="756865365" sldId="269"/>
            <ac:inkMk id="6" creationId="{AE3C920D-B7EE-BDF8-9FCF-51ADDA929840}"/>
          </ac:inkMkLst>
        </pc:inkChg>
      </pc:sldChg>
      <pc:sldChg chg="addSp delSp modSp new mod">
        <pc:chgData name="Anusha MUddada" userId="cd322978b1b763dd" providerId="LiveId" clId="{A7C060BF-D8B7-46CE-ABDE-E927D971B749}" dt="2026-06-12T18:06:44.346" v="1098" actId="14100"/>
        <pc:sldMkLst>
          <pc:docMk/>
          <pc:sldMk cId="2760487768" sldId="270"/>
        </pc:sldMkLst>
        <pc:spChg chg="mod">
          <ac:chgData name="Anusha MUddada" userId="cd322978b1b763dd" providerId="LiveId" clId="{A7C060BF-D8B7-46CE-ABDE-E927D971B749}" dt="2026-06-12T18:06:44.346" v="1098" actId="14100"/>
          <ac:spMkLst>
            <pc:docMk/>
            <pc:sldMk cId="2760487768" sldId="270"/>
            <ac:spMk id="2" creationId="{FACC3B8C-AEA7-AD89-BD96-58A84D4F5A98}"/>
          </ac:spMkLst>
        </pc:spChg>
        <pc:spChg chg="del">
          <ac:chgData name="Anusha MUddada" userId="cd322978b1b763dd" providerId="LiveId" clId="{A7C060BF-D8B7-46CE-ABDE-E927D971B749}" dt="2026-06-12T15:15:10.717" v="946" actId="931"/>
          <ac:spMkLst>
            <pc:docMk/>
            <pc:sldMk cId="2760487768" sldId="270"/>
            <ac:spMk id="3" creationId="{FBAF3A81-E22B-6282-05D5-750014DF5318}"/>
          </ac:spMkLst>
        </pc:spChg>
        <pc:picChg chg="add mod ord">
          <ac:chgData name="Anusha MUddada" userId="cd322978b1b763dd" providerId="LiveId" clId="{A7C060BF-D8B7-46CE-ABDE-E927D971B749}" dt="2026-06-12T15:22:40.364" v="1000" actId="208"/>
          <ac:picMkLst>
            <pc:docMk/>
            <pc:sldMk cId="2760487768" sldId="270"/>
            <ac:picMk id="5" creationId="{69504B60-9342-C094-FFCF-EC5587C016CE}"/>
          </ac:picMkLst>
        </pc:picChg>
      </pc:sldChg>
      <pc:sldChg chg="addSp delSp modSp new mod">
        <pc:chgData name="Anusha MUddada" userId="cd322978b1b763dd" providerId="LiveId" clId="{A7C060BF-D8B7-46CE-ABDE-E927D971B749}" dt="2026-06-12T18:07:05.616" v="1103" actId="14100"/>
        <pc:sldMkLst>
          <pc:docMk/>
          <pc:sldMk cId="1104811501" sldId="271"/>
        </pc:sldMkLst>
        <pc:spChg chg="mod">
          <ac:chgData name="Anusha MUddada" userId="cd322978b1b763dd" providerId="LiveId" clId="{A7C060BF-D8B7-46CE-ABDE-E927D971B749}" dt="2026-06-12T18:07:05.616" v="1103" actId="14100"/>
          <ac:spMkLst>
            <pc:docMk/>
            <pc:sldMk cId="1104811501" sldId="271"/>
            <ac:spMk id="2" creationId="{0FE4C15D-B5F7-D7B6-F1CF-3DAF92EC5D8D}"/>
          </ac:spMkLst>
        </pc:spChg>
        <pc:spChg chg="del">
          <ac:chgData name="Anusha MUddada" userId="cd322978b1b763dd" providerId="LiveId" clId="{A7C060BF-D8B7-46CE-ABDE-E927D971B749}" dt="2026-06-12T15:17:07.950" v="992" actId="931"/>
          <ac:spMkLst>
            <pc:docMk/>
            <pc:sldMk cId="1104811501" sldId="271"/>
            <ac:spMk id="3" creationId="{B77F6C85-AA74-1FEC-3915-9C4DF7C53210}"/>
          </ac:spMkLst>
        </pc:spChg>
        <pc:picChg chg="add mod ord">
          <ac:chgData name="Anusha MUddada" userId="cd322978b1b763dd" providerId="LiveId" clId="{A7C060BF-D8B7-46CE-ABDE-E927D971B749}" dt="2026-06-12T15:20:55.935" v="999" actId="208"/>
          <ac:picMkLst>
            <pc:docMk/>
            <pc:sldMk cId="1104811501" sldId="271"/>
            <ac:picMk id="5" creationId="{64B4FE05-E746-D611-456B-7CC279707B44}"/>
          </ac:picMkLst>
        </pc:picChg>
      </pc:sldChg>
      <pc:sldChg chg="modSp new mod">
        <pc:chgData name="Anusha MUddada" userId="cd322978b1b763dd" providerId="LiveId" clId="{A7C060BF-D8B7-46CE-ABDE-E927D971B749}" dt="2026-06-13T08:45:25.758" v="1251" actId="1076"/>
        <pc:sldMkLst>
          <pc:docMk/>
          <pc:sldMk cId="829679549" sldId="272"/>
        </pc:sldMkLst>
        <pc:spChg chg="mod">
          <ac:chgData name="Anusha MUddada" userId="cd322978b1b763dd" providerId="LiveId" clId="{A7C060BF-D8B7-46CE-ABDE-E927D971B749}" dt="2026-06-13T08:45:25.758" v="1251" actId="1076"/>
          <ac:spMkLst>
            <pc:docMk/>
            <pc:sldMk cId="829679549" sldId="272"/>
            <ac:spMk id="2" creationId="{991218AE-94C3-5924-0779-59982AA093FB}"/>
          </ac:spMkLst>
        </pc:spChg>
        <pc:spChg chg="mod">
          <ac:chgData name="Anusha MUddada" userId="cd322978b1b763dd" providerId="LiveId" clId="{A7C060BF-D8B7-46CE-ABDE-E927D971B749}" dt="2026-06-13T08:45:10.618" v="1250" actId="5793"/>
          <ac:spMkLst>
            <pc:docMk/>
            <pc:sldMk cId="829679549" sldId="272"/>
            <ac:spMk id="3" creationId="{8D427BCB-3444-3068-DDD3-3FBA69596D3B}"/>
          </ac:spMkLst>
        </pc:spChg>
      </pc:sldChg>
      <pc:sldChg chg="delSp modSp new del mod">
        <pc:chgData name="Anusha MUddada" userId="cd322978b1b763dd" providerId="LiveId" clId="{A7C060BF-D8B7-46CE-ABDE-E927D971B749}" dt="2026-06-13T08:34:06.980" v="1104" actId="47"/>
        <pc:sldMkLst>
          <pc:docMk/>
          <pc:sldMk cId="4284746969" sldId="272"/>
        </pc:sldMkLst>
        <pc:spChg chg="mod">
          <ac:chgData name="Anusha MUddada" userId="cd322978b1b763dd" providerId="LiveId" clId="{A7C060BF-D8B7-46CE-ABDE-E927D971B749}" dt="2026-06-12T15:32:21.851" v="1011" actId="1076"/>
          <ac:spMkLst>
            <pc:docMk/>
            <pc:sldMk cId="4284746969" sldId="272"/>
            <ac:spMk id="2" creationId="{5D843C3D-3D45-1C31-576C-26126FDDD12E}"/>
          </ac:spMkLst>
        </pc:spChg>
        <pc:spChg chg="del mod">
          <ac:chgData name="Anusha MUddada" userId="cd322978b1b763dd" providerId="LiveId" clId="{A7C060BF-D8B7-46CE-ABDE-E927D971B749}" dt="2026-06-12T15:32:14.584" v="1010" actId="21"/>
          <ac:spMkLst>
            <pc:docMk/>
            <pc:sldMk cId="4284746969" sldId="272"/>
            <ac:spMk id="3" creationId="{CC73AFB2-7CBE-C981-3892-0EBE6F165905}"/>
          </ac:spMkLst>
        </pc:spChg>
      </pc:sldChg>
      <pc:sldChg chg="modSp new mod">
        <pc:chgData name="Anusha MUddada" userId="cd322978b1b763dd" providerId="LiveId" clId="{A7C060BF-D8B7-46CE-ABDE-E927D971B749}" dt="2026-06-13T09:09:39.022" v="1443" actId="1076"/>
        <pc:sldMkLst>
          <pc:docMk/>
          <pc:sldMk cId="146984333" sldId="273"/>
        </pc:sldMkLst>
        <pc:spChg chg="mod">
          <ac:chgData name="Anusha MUddada" userId="cd322978b1b763dd" providerId="LiveId" clId="{A7C060BF-D8B7-46CE-ABDE-E927D971B749}" dt="2026-06-13T09:08:36.680" v="1433" actId="1076"/>
          <ac:spMkLst>
            <pc:docMk/>
            <pc:sldMk cId="146984333" sldId="273"/>
            <ac:spMk id="2" creationId="{5A354426-4928-E667-65EC-66BD42CF2C51}"/>
          </ac:spMkLst>
        </pc:spChg>
        <pc:spChg chg="mod">
          <ac:chgData name="Anusha MUddada" userId="cd322978b1b763dd" providerId="LiveId" clId="{A7C060BF-D8B7-46CE-ABDE-E927D971B749}" dt="2026-06-13T09:09:39.022" v="1443" actId="1076"/>
          <ac:spMkLst>
            <pc:docMk/>
            <pc:sldMk cId="146984333" sldId="273"/>
            <ac:spMk id="3" creationId="{A4A0A34C-5A6B-9328-791D-938171DE5994}"/>
          </ac:spMkLst>
        </pc:spChg>
      </pc:sldChg>
      <pc:sldChg chg="delSp new del mod">
        <pc:chgData name="Anusha MUddada" userId="cd322978b1b763dd" providerId="LiveId" clId="{A7C060BF-D8B7-46CE-ABDE-E927D971B749}" dt="2026-06-13T09:01:54.672" v="1402" actId="47"/>
        <pc:sldMkLst>
          <pc:docMk/>
          <pc:sldMk cId="1392299508" sldId="273"/>
        </pc:sldMkLst>
        <pc:spChg chg="del">
          <ac:chgData name="Anusha MUddada" userId="cd322978b1b763dd" providerId="LiveId" clId="{A7C060BF-D8B7-46CE-ABDE-E927D971B749}" dt="2026-06-13T08:45:50.372" v="1253" actId="21"/>
          <ac:spMkLst>
            <pc:docMk/>
            <pc:sldMk cId="1392299508" sldId="273"/>
            <ac:spMk id="2" creationId="{4C2493F1-950A-1D57-8738-BBA9DF1AB9C4}"/>
          </ac:spMkLst>
        </pc:spChg>
        <pc:spChg chg="del">
          <ac:chgData name="Anusha MUddada" userId="cd322978b1b763dd" providerId="LiveId" clId="{A7C060BF-D8B7-46CE-ABDE-E927D971B749}" dt="2026-06-13T08:45:53.160" v="1254" actId="21"/>
          <ac:spMkLst>
            <pc:docMk/>
            <pc:sldMk cId="1392299508" sldId="273"/>
            <ac:spMk id="3" creationId="{0D3DD30E-AD5E-90F8-43AC-3F6920756A4A}"/>
          </ac:spMkLst>
        </pc:spChg>
      </pc:sldChg>
      <pc:sldChg chg="addSp delSp modSp new mod">
        <pc:chgData name="Anusha MUddada" userId="cd322978b1b763dd" providerId="LiveId" clId="{A7C060BF-D8B7-46CE-ABDE-E927D971B749}" dt="2026-06-13T09:20:10.395" v="1462" actId="1076"/>
        <pc:sldMkLst>
          <pc:docMk/>
          <pc:sldMk cId="2085832541" sldId="274"/>
        </pc:sldMkLst>
        <pc:spChg chg="del">
          <ac:chgData name="Anusha MUddada" userId="cd322978b1b763dd" providerId="LiveId" clId="{A7C060BF-D8B7-46CE-ABDE-E927D971B749}" dt="2026-06-13T09:09:55.673" v="1445" actId="21"/>
          <ac:spMkLst>
            <pc:docMk/>
            <pc:sldMk cId="2085832541" sldId="274"/>
            <ac:spMk id="2" creationId="{6E6609D5-0E3A-EBE0-47EF-DB37807E3058}"/>
          </ac:spMkLst>
        </pc:spChg>
        <pc:spChg chg="del">
          <ac:chgData name="Anusha MUddada" userId="cd322978b1b763dd" providerId="LiveId" clId="{A7C060BF-D8B7-46CE-ABDE-E927D971B749}" dt="2026-06-13T09:10:00.955" v="1446" actId="21"/>
          <ac:spMkLst>
            <pc:docMk/>
            <pc:sldMk cId="2085832541" sldId="274"/>
            <ac:spMk id="3" creationId="{2A7FE0B1-297B-7412-92CD-A8363D217783}"/>
          </ac:spMkLst>
        </pc:spChg>
        <pc:spChg chg="add mod">
          <ac:chgData name="Anusha MUddada" userId="cd322978b1b763dd" providerId="LiveId" clId="{A7C060BF-D8B7-46CE-ABDE-E927D971B749}" dt="2026-06-13T09:20:10.395" v="1462" actId="1076"/>
          <ac:spMkLst>
            <pc:docMk/>
            <pc:sldMk cId="2085832541" sldId="274"/>
            <ac:spMk id="4" creationId="{355F3EFC-59C0-C764-C691-4176F08B9ED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A3F88B-5BA9-4DFC-860F-387E1BCFD543}" type="datetimeFigureOut">
              <a:rPr lang="en-IN" smtClean="0"/>
              <a:t>14-06-2026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AF26F6-426E-4749-A54D-B2FA495C5EDA}" type="slidenum">
              <a:rPr lang="en-IN" smtClean="0"/>
              <a:t>‹#›</a:t>
            </a:fld>
            <a:endParaRPr lang="en-IN"/>
          </a:p>
        </p:txBody>
      </p:sp>
    </p:spTree>
    <p:extLst>
      <p:ext uri="{BB962C8B-B14F-4D97-AF65-F5344CB8AC3E}">
        <p14:creationId xmlns:p14="http://schemas.microsoft.com/office/powerpoint/2010/main" val="279570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6AF26F6-426E-4749-A54D-B2FA495C5EDA}" type="slidenum">
              <a:rPr lang="en-IN" smtClean="0"/>
              <a:t>1</a:t>
            </a:fld>
            <a:endParaRPr lang="en-IN"/>
          </a:p>
        </p:txBody>
      </p:sp>
    </p:spTree>
    <p:extLst>
      <p:ext uri="{BB962C8B-B14F-4D97-AF65-F5344CB8AC3E}">
        <p14:creationId xmlns:p14="http://schemas.microsoft.com/office/powerpoint/2010/main" val="2301411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37FE0-7DAB-B2BB-E3FF-2D08302F75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A82086D-E468-B497-289F-2C516DF9A8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A3E1BF2-F760-EB7F-1CFA-AF5F3A9D9C1C}"/>
              </a:ext>
            </a:extLst>
          </p:cNvPr>
          <p:cNvSpPr>
            <a:spLocks noGrp="1"/>
          </p:cNvSpPr>
          <p:nvPr>
            <p:ph type="dt" sz="half" idx="10"/>
          </p:nvPr>
        </p:nvSpPr>
        <p:spPr/>
        <p:txBody>
          <a:bodyPr/>
          <a:lstStyle/>
          <a:p>
            <a:fld id="{90E09F15-E73B-4B2C-AB4C-C7389AE5D261}" type="datetimeFigureOut">
              <a:rPr lang="en-IN" smtClean="0"/>
              <a:t>14-06-2026</a:t>
            </a:fld>
            <a:endParaRPr lang="en-IN"/>
          </a:p>
        </p:txBody>
      </p:sp>
      <p:sp>
        <p:nvSpPr>
          <p:cNvPr id="5" name="Footer Placeholder 4">
            <a:extLst>
              <a:ext uri="{FF2B5EF4-FFF2-40B4-BE49-F238E27FC236}">
                <a16:creationId xmlns:a16="http://schemas.microsoft.com/office/drawing/2014/main" id="{82A37C10-E14D-1007-60D1-C1FD2156AC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03D259-9B3E-8E64-2174-C7FBC94C51BD}"/>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2682659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7577B-C660-2EC3-B0B9-592300E16F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4E9151-F3F6-BD13-7289-0937992070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C7714D-CA66-836C-2150-936681506ABE}"/>
              </a:ext>
            </a:extLst>
          </p:cNvPr>
          <p:cNvSpPr>
            <a:spLocks noGrp="1"/>
          </p:cNvSpPr>
          <p:nvPr>
            <p:ph type="dt" sz="half" idx="10"/>
          </p:nvPr>
        </p:nvSpPr>
        <p:spPr/>
        <p:txBody>
          <a:bodyPr/>
          <a:lstStyle/>
          <a:p>
            <a:fld id="{90E09F15-E73B-4B2C-AB4C-C7389AE5D261}" type="datetimeFigureOut">
              <a:rPr lang="en-IN" smtClean="0"/>
              <a:t>14-06-2026</a:t>
            </a:fld>
            <a:endParaRPr lang="en-IN"/>
          </a:p>
        </p:txBody>
      </p:sp>
      <p:sp>
        <p:nvSpPr>
          <p:cNvPr id="5" name="Footer Placeholder 4">
            <a:extLst>
              <a:ext uri="{FF2B5EF4-FFF2-40B4-BE49-F238E27FC236}">
                <a16:creationId xmlns:a16="http://schemas.microsoft.com/office/drawing/2014/main" id="{B8CCE478-4DF0-8C52-6B3D-37A525770E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7BE57C-455A-9E0D-F731-740571E1282A}"/>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1327906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5A074-1B69-2D72-F454-A0D66240CB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5151D3-13EA-0A90-43CF-B6CBEF5F71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01BA2D-7C54-DFBB-9EA9-ADA818D6A043}"/>
              </a:ext>
            </a:extLst>
          </p:cNvPr>
          <p:cNvSpPr>
            <a:spLocks noGrp="1"/>
          </p:cNvSpPr>
          <p:nvPr>
            <p:ph type="dt" sz="half" idx="10"/>
          </p:nvPr>
        </p:nvSpPr>
        <p:spPr/>
        <p:txBody>
          <a:bodyPr/>
          <a:lstStyle/>
          <a:p>
            <a:fld id="{90E09F15-E73B-4B2C-AB4C-C7389AE5D261}" type="datetimeFigureOut">
              <a:rPr lang="en-IN" smtClean="0"/>
              <a:t>14-06-2026</a:t>
            </a:fld>
            <a:endParaRPr lang="en-IN"/>
          </a:p>
        </p:txBody>
      </p:sp>
      <p:sp>
        <p:nvSpPr>
          <p:cNvPr id="5" name="Footer Placeholder 4">
            <a:extLst>
              <a:ext uri="{FF2B5EF4-FFF2-40B4-BE49-F238E27FC236}">
                <a16:creationId xmlns:a16="http://schemas.microsoft.com/office/drawing/2014/main" id="{9E88B721-F7A1-B158-F401-1D463E5CCE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288EA3-A8E4-B0A5-9752-97E39A1A84B1}"/>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3306237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5114B-8CA4-35B6-C8D8-B9D6BEF18A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428646-2D87-CD31-B40B-8D4B84A72F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6370993-8700-1D6D-59BC-34CC2911F1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4AAA01-7342-0D4D-1205-CCF42A5348C5}"/>
              </a:ext>
            </a:extLst>
          </p:cNvPr>
          <p:cNvSpPr>
            <a:spLocks noGrp="1"/>
          </p:cNvSpPr>
          <p:nvPr>
            <p:ph type="dt" sz="half" idx="10"/>
          </p:nvPr>
        </p:nvSpPr>
        <p:spPr/>
        <p:txBody>
          <a:bodyPr/>
          <a:lstStyle/>
          <a:p>
            <a:fld id="{90E09F15-E73B-4B2C-AB4C-C7389AE5D261}" type="datetimeFigureOut">
              <a:rPr lang="en-IN" smtClean="0"/>
              <a:t>14-06-2026</a:t>
            </a:fld>
            <a:endParaRPr lang="en-IN"/>
          </a:p>
        </p:txBody>
      </p:sp>
      <p:sp>
        <p:nvSpPr>
          <p:cNvPr id="6" name="Footer Placeholder 5">
            <a:extLst>
              <a:ext uri="{FF2B5EF4-FFF2-40B4-BE49-F238E27FC236}">
                <a16:creationId xmlns:a16="http://schemas.microsoft.com/office/drawing/2014/main" id="{35D44B3F-6A2F-5AD1-C1B4-64622A4E18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1B65B9-C3E3-F810-754C-F6AB5385F8E2}"/>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235463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9826E-02CF-BFE6-173B-5D782F46AD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810EEA-F809-4CD9-6349-4E8A8321B5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B363E6-4485-394C-4D84-96CBD8A835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FA74B2-3290-C763-E329-B0D03DA3ED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A8A106-DF44-DCC3-7B27-A2D2F8B341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406CCAC-8028-AA2C-26E2-D89ADADB141A}"/>
              </a:ext>
            </a:extLst>
          </p:cNvPr>
          <p:cNvSpPr>
            <a:spLocks noGrp="1"/>
          </p:cNvSpPr>
          <p:nvPr>
            <p:ph type="dt" sz="half" idx="10"/>
          </p:nvPr>
        </p:nvSpPr>
        <p:spPr/>
        <p:txBody>
          <a:bodyPr/>
          <a:lstStyle/>
          <a:p>
            <a:fld id="{90E09F15-E73B-4B2C-AB4C-C7389AE5D261}" type="datetimeFigureOut">
              <a:rPr lang="en-IN" smtClean="0"/>
              <a:t>14-06-2026</a:t>
            </a:fld>
            <a:endParaRPr lang="en-IN"/>
          </a:p>
        </p:txBody>
      </p:sp>
      <p:sp>
        <p:nvSpPr>
          <p:cNvPr id="8" name="Footer Placeholder 7">
            <a:extLst>
              <a:ext uri="{FF2B5EF4-FFF2-40B4-BE49-F238E27FC236}">
                <a16:creationId xmlns:a16="http://schemas.microsoft.com/office/drawing/2014/main" id="{6D9DF981-3E07-129D-0DD8-56CEB13F335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CA37DD-770C-8483-27DA-6655FCC85BB2}"/>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205674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4894F-7198-5AAF-E655-349EFA5B8F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4CC540A-1668-FAC8-A41A-A584BC6B1451}"/>
              </a:ext>
            </a:extLst>
          </p:cNvPr>
          <p:cNvSpPr>
            <a:spLocks noGrp="1"/>
          </p:cNvSpPr>
          <p:nvPr>
            <p:ph type="dt" sz="half" idx="10"/>
          </p:nvPr>
        </p:nvSpPr>
        <p:spPr/>
        <p:txBody>
          <a:bodyPr/>
          <a:lstStyle/>
          <a:p>
            <a:fld id="{90E09F15-E73B-4B2C-AB4C-C7389AE5D261}" type="datetimeFigureOut">
              <a:rPr lang="en-IN" smtClean="0"/>
              <a:t>14-06-2026</a:t>
            </a:fld>
            <a:endParaRPr lang="en-IN"/>
          </a:p>
        </p:txBody>
      </p:sp>
      <p:sp>
        <p:nvSpPr>
          <p:cNvPr id="4" name="Footer Placeholder 3">
            <a:extLst>
              <a:ext uri="{FF2B5EF4-FFF2-40B4-BE49-F238E27FC236}">
                <a16:creationId xmlns:a16="http://schemas.microsoft.com/office/drawing/2014/main" id="{01227353-F854-9122-A48F-F77251E0AB3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F8B97CF-3B73-5953-4648-63200530C9D2}"/>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1783186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585E3E-E89C-B3A5-FBF5-02F091C9EFA8}"/>
              </a:ext>
            </a:extLst>
          </p:cNvPr>
          <p:cNvSpPr>
            <a:spLocks noGrp="1"/>
          </p:cNvSpPr>
          <p:nvPr>
            <p:ph type="dt" sz="half" idx="10"/>
          </p:nvPr>
        </p:nvSpPr>
        <p:spPr/>
        <p:txBody>
          <a:bodyPr/>
          <a:lstStyle/>
          <a:p>
            <a:fld id="{90E09F15-E73B-4B2C-AB4C-C7389AE5D261}" type="datetimeFigureOut">
              <a:rPr lang="en-IN" smtClean="0"/>
              <a:t>14-06-2026</a:t>
            </a:fld>
            <a:endParaRPr lang="en-IN"/>
          </a:p>
        </p:txBody>
      </p:sp>
      <p:sp>
        <p:nvSpPr>
          <p:cNvPr id="3" name="Footer Placeholder 2">
            <a:extLst>
              <a:ext uri="{FF2B5EF4-FFF2-40B4-BE49-F238E27FC236}">
                <a16:creationId xmlns:a16="http://schemas.microsoft.com/office/drawing/2014/main" id="{27B988B9-E386-3E32-DD48-71983E642DE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248F8A-E0D5-55E7-1016-3E30E77E3306}"/>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1970432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0018E-DD3B-88CA-EAB4-8C05901724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452E34A-2B69-5ABB-B795-63744CDE56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60BB40E-0067-CBF5-BAC8-43643373E5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EB21B5-8494-55E5-BB33-7D4EDDE58615}"/>
              </a:ext>
            </a:extLst>
          </p:cNvPr>
          <p:cNvSpPr>
            <a:spLocks noGrp="1"/>
          </p:cNvSpPr>
          <p:nvPr>
            <p:ph type="dt" sz="half" idx="10"/>
          </p:nvPr>
        </p:nvSpPr>
        <p:spPr/>
        <p:txBody>
          <a:bodyPr/>
          <a:lstStyle/>
          <a:p>
            <a:fld id="{90E09F15-E73B-4B2C-AB4C-C7389AE5D261}" type="datetimeFigureOut">
              <a:rPr lang="en-IN" smtClean="0"/>
              <a:t>14-06-2026</a:t>
            </a:fld>
            <a:endParaRPr lang="en-IN"/>
          </a:p>
        </p:txBody>
      </p:sp>
      <p:sp>
        <p:nvSpPr>
          <p:cNvPr id="6" name="Footer Placeholder 5">
            <a:extLst>
              <a:ext uri="{FF2B5EF4-FFF2-40B4-BE49-F238E27FC236}">
                <a16:creationId xmlns:a16="http://schemas.microsoft.com/office/drawing/2014/main" id="{185675FF-A230-8E1B-E226-BFC5BA2A2A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4C4B56-48AE-3275-03BF-AAB699FA7FEB}"/>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2222432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92E30-25F4-A0C6-E79B-0CC225964B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BF4987C-5AD1-E9E7-B3FD-B8E697EF4B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195A30E-7501-C1CE-3F9C-6E824020E0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339233-D77B-E22F-6C96-A78491151DEF}"/>
              </a:ext>
            </a:extLst>
          </p:cNvPr>
          <p:cNvSpPr>
            <a:spLocks noGrp="1"/>
          </p:cNvSpPr>
          <p:nvPr>
            <p:ph type="dt" sz="half" idx="10"/>
          </p:nvPr>
        </p:nvSpPr>
        <p:spPr/>
        <p:txBody>
          <a:bodyPr/>
          <a:lstStyle/>
          <a:p>
            <a:fld id="{90E09F15-E73B-4B2C-AB4C-C7389AE5D261}" type="datetimeFigureOut">
              <a:rPr lang="en-IN" smtClean="0"/>
              <a:t>14-06-2026</a:t>
            </a:fld>
            <a:endParaRPr lang="en-IN"/>
          </a:p>
        </p:txBody>
      </p:sp>
      <p:sp>
        <p:nvSpPr>
          <p:cNvPr id="6" name="Footer Placeholder 5">
            <a:extLst>
              <a:ext uri="{FF2B5EF4-FFF2-40B4-BE49-F238E27FC236}">
                <a16:creationId xmlns:a16="http://schemas.microsoft.com/office/drawing/2014/main" id="{F9661695-3B47-B66F-C4E5-2CCF1CD3D0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6CBB61-3B7D-38FF-668F-65F5B3E6F1AD}"/>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598650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D3414-3435-B4F4-FBAF-5995091629F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17C44E-49CC-DD2F-83A0-BA26A13EDB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8B595A-CF17-D35A-7BD0-3839B8B8018D}"/>
              </a:ext>
            </a:extLst>
          </p:cNvPr>
          <p:cNvSpPr>
            <a:spLocks noGrp="1"/>
          </p:cNvSpPr>
          <p:nvPr>
            <p:ph type="dt" sz="half" idx="10"/>
          </p:nvPr>
        </p:nvSpPr>
        <p:spPr/>
        <p:txBody>
          <a:bodyPr/>
          <a:lstStyle/>
          <a:p>
            <a:fld id="{90E09F15-E73B-4B2C-AB4C-C7389AE5D261}" type="datetimeFigureOut">
              <a:rPr lang="en-IN" smtClean="0"/>
              <a:t>14-06-2026</a:t>
            </a:fld>
            <a:endParaRPr lang="en-IN"/>
          </a:p>
        </p:txBody>
      </p:sp>
      <p:sp>
        <p:nvSpPr>
          <p:cNvPr id="5" name="Footer Placeholder 4">
            <a:extLst>
              <a:ext uri="{FF2B5EF4-FFF2-40B4-BE49-F238E27FC236}">
                <a16:creationId xmlns:a16="http://schemas.microsoft.com/office/drawing/2014/main" id="{46EBA55D-09BF-C533-9A93-87BC578AA2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B69E78-3B09-8632-C35A-C20697A07D8D}"/>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243724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2B462E-7584-61E9-9466-DED75A143ED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7D4D344-CEA5-DC3B-2828-5CC8E6545A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DFAEE8-B75A-A4E4-5CEB-202B0ADE6DF3}"/>
              </a:ext>
            </a:extLst>
          </p:cNvPr>
          <p:cNvSpPr>
            <a:spLocks noGrp="1"/>
          </p:cNvSpPr>
          <p:nvPr>
            <p:ph type="dt" sz="half" idx="10"/>
          </p:nvPr>
        </p:nvSpPr>
        <p:spPr/>
        <p:txBody>
          <a:bodyPr/>
          <a:lstStyle/>
          <a:p>
            <a:fld id="{90E09F15-E73B-4B2C-AB4C-C7389AE5D261}" type="datetimeFigureOut">
              <a:rPr lang="en-IN" smtClean="0"/>
              <a:t>14-06-2026</a:t>
            </a:fld>
            <a:endParaRPr lang="en-IN"/>
          </a:p>
        </p:txBody>
      </p:sp>
      <p:sp>
        <p:nvSpPr>
          <p:cNvPr id="5" name="Footer Placeholder 4">
            <a:extLst>
              <a:ext uri="{FF2B5EF4-FFF2-40B4-BE49-F238E27FC236}">
                <a16:creationId xmlns:a16="http://schemas.microsoft.com/office/drawing/2014/main" id="{D28A2DF8-8DED-35BB-3BFB-5A548BD522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8A90A1-DF0F-73BA-042E-3F1CA4B1EC6F}"/>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2063039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502A9A-0F47-F65E-C411-0958CE5E36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3C6728-83EE-E6CD-3364-D2B0774F22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F18D29-5A82-649B-B698-F79F9F39F4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E09F15-E73B-4B2C-AB4C-C7389AE5D261}" type="datetimeFigureOut">
              <a:rPr lang="en-IN" smtClean="0"/>
              <a:t>14-06-2026</a:t>
            </a:fld>
            <a:endParaRPr lang="en-IN"/>
          </a:p>
        </p:txBody>
      </p:sp>
      <p:sp>
        <p:nvSpPr>
          <p:cNvPr id="5" name="Footer Placeholder 4">
            <a:extLst>
              <a:ext uri="{FF2B5EF4-FFF2-40B4-BE49-F238E27FC236}">
                <a16:creationId xmlns:a16="http://schemas.microsoft.com/office/drawing/2014/main" id="{C6C5B98A-EBBE-A343-F6B1-CFCBA151DA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089E695-6C8F-F9CD-7DCF-0E53E06AD2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CF25C0-4839-42DB-850A-9A4F1545873A}" type="slidenum">
              <a:rPr lang="en-IN" smtClean="0"/>
              <a:t>‹#›</a:t>
            </a:fld>
            <a:endParaRPr lang="en-IN"/>
          </a:p>
        </p:txBody>
      </p:sp>
    </p:spTree>
    <p:extLst>
      <p:ext uri="{BB962C8B-B14F-4D97-AF65-F5344CB8AC3E}">
        <p14:creationId xmlns:p14="http://schemas.microsoft.com/office/powerpoint/2010/main" val="305588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80E88-2DBF-ABE4-B64F-9673F68DB8A5}"/>
              </a:ext>
            </a:extLst>
          </p:cNvPr>
          <p:cNvSpPr>
            <a:spLocks noGrp="1"/>
          </p:cNvSpPr>
          <p:nvPr>
            <p:ph type="ctrTitle"/>
          </p:nvPr>
        </p:nvSpPr>
        <p:spPr>
          <a:xfrm>
            <a:off x="2635045" y="522595"/>
            <a:ext cx="6921910" cy="539289"/>
          </a:xfrm>
          <a:ln w="19050">
            <a:solidFill>
              <a:schemeClr val="tx1"/>
            </a:solidFill>
          </a:ln>
        </p:spPr>
        <p:txBody>
          <a:bodyPr>
            <a:normAutofit/>
          </a:bodyPr>
          <a:lstStyle/>
          <a:p>
            <a:r>
              <a:rPr lang="en-IN" sz="2800" b="1" dirty="0">
                <a:solidFill>
                  <a:srgbClr val="002060"/>
                </a:solidFill>
                <a:latin typeface="Times New Roman" panose="02020603050405020304" pitchFamily="18" charset="0"/>
                <a:cs typeface="Times New Roman" panose="02020603050405020304" pitchFamily="18" charset="0"/>
              </a:rPr>
              <a:t>JOB MARKET ANALYSIS (</a:t>
            </a:r>
            <a:r>
              <a:rPr lang="en-IN" sz="2500" dirty="0">
                <a:solidFill>
                  <a:srgbClr val="002060"/>
                </a:solidFill>
                <a:latin typeface="Times New Roman" panose="02020603050405020304" pitchFamily="18" charset="0"/>
                <a:cs typeface="Times New Roman" panose="02020603050405020304" pitchFamily="18" charset="0"/>
              </a:rPr>
              <a:t>PRDA – 04</a:t>
            </a:r>
            <a:r>
              <a:rPr lang="en-IN" sz="2800" b="1" dirty="0">
                <a:solidFill>
                  <a:srgbClr val="002060"/>
                </a:solidFill>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584C4A10-A9FD-2ED8-9BD5-BDBE90F4BADA}"/>
              </a:ext>
            </a:extLst>
          </p:cNvPr>
          <p:cNvSpPr>
            <a:spLocks noGrp="1"/>
          </p:cNvSpPr>
          <p:nvPr>
            <p:ph type="subTitle" idx="1"/>
          </p:nvPr>
        </p:nvSpPr>
        <p:spPr>
          <a:xfrm>
            <a:off x="1523999" y="2172062"/>
            <a:ext cx="9547123" cy="1848465"/>
          </a:xfrm>
        </p:spPr>
        <p:txBody>
          <a:bodyPr>
            <a:normAutofit/>
          </a:bodyPr>
          <a:lstStyle/>
          <a:p>
            <a:pPr algn="just">
              <a:lnSpc>
                <a:spcPct val="150000"/>
              </a:lnSpc>
            </a:pPr>
            <a:r>
              <a:rPr lang="en-IN" sz="1800" dirty="0">
                <a:latin typeface="Times New Roman" panose="02020603050405020304" pitchFamily="18" charset="0"/>
                <a:cs typeface="Times New Roman" panose="02020603050405020304" pitchFamily="18" charset="0"/>
              </a:rPr>
              <a:t>This project analyzes Data Science job postings collected from the database provided. The objective is to identify job market trends, salary distributions, hiring industries, top recruiting companies, and the skills required for Data Science-related roles. The analysis helps understand the current demand and opportunities available in the Data Science industry. </a:t>
            </a:r>
          </a:p>
        </p:txBody>
      </p:sp>
      <p:sp>
        <p:nvSpPr>
          <p:cNvPr id="5" name="TextBox 4">
            <a:extLst>
              <a:ext uri="{FF2B5EF4-FFF2-40B4-BE49-F238E27FC236}">
                <a16:creationId xmlns:a16="http://schemas.microsoft.com/office/drawing/2014/main" id="{1B152DB6-BE42-DA52-D0D5-88461AA54A09}"/>
              </a:ext>
            </a:extLst>
          </p:cNvPr>
          <p:cNvSpPr txBox="1"/>
          <p:nvPr/>
        </p:nvSpPr>
        <p:spPr>
          <a:xfrm>
            <a:off x="1523999" y="1533831"/>
            <a:ext cx="2841522" cy="430887"/>
          </a:xfrm>
          <a:prstGeom prst="rect">
            <a:avLst/>
          </a:prstGeom>
          <a:noFill/>
        </p:spPr>
        <p:txBody>
          <a:bodyPr wrap="square" rtlCol="0">
            <a:spAutoFit/>
          </a:bodyPr>
          <a:lstStyle/>
          <a:p>
            <a:r>
              <a:rPr lang="en-US" sz="2200" dirty="0">
                <a:solidFill>
                  <a:srgbClr val="002060"/>
                </a:solidFill>
                <a:latin typeface="Times New Roman" panose="02020603050405020304" pitchFamily="18" charset="0"/>
                <a:cs typeface="Times New Roman" panose="02020603050405020304" pitchFamily="18" charset="0"/>
              </a:rPr>
              <a:t>Introduction</a:t>
            </a:r>
            <a:endParaRPr lang="en-IN" sz="2200" dirty="0">
              <a:solidFill>
                <a:srgbClr val="00206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97DF650-8BD0-E428-6E19-C4967CF0BDBE}"/>
              </a:ext>
            </a:extLst>
          </p:cNvPr>
          <p:cNvSpPr txBox="1"/>
          <p:nvPr/>
        </p:nvSpPr>
        <p:spPr>
          <a:xfrm>
            <a:off x="1523999" y="4227871"/>
            <a:ext cx="3602482" cy="1750736"/>
          </a:xfrm>
          <a:prstGeom prst="rect">
            <a:avLst/>
          </a:prstGeom>
          <a:noFill/>
        </p:spPr>
        <p:txBody>
          <a:bodyPr wrap="square" rtlCol="0">
            <a:spAutoFit/>
          </a:bodyPr>
          <a:lstStyle/>
          <a:p>
            <a:pPr>
              <a:lnSpc>
                <a:spcPct val="150000"/>
              </a:lnSpc>
            </a:pPr>
            <a:r>
              <a:rPr lang="en-IN" sz="2000" dirty="0">
                <a:latin typeface="Times New Roman" panose="02020603050405020304" pitchFamily="18" charset="0"/>
                <a:cs typeface="Times New Roman" panose="02020603050405020304" pitchFamily="18" charset="0"/>
              </a:rPr>
              <a:t>Submitted By: </a:t>
            </a:r>
          </a:p>
          <a:p>
            <a:pPr>
              <a:lnSpc>
                <a:spcPct val="150000"/>
              </a:lnSpc>
            </a:pPr>
            <a:r>
              <a:rPr lang="en-IN" dirty="0">
                <a:latin typeface="Times New Roman" panose="02020603050405020304" pitchFamily="18" charset="0"/>
                <a:cs typeface="Times New Roman" panose="02020603050405020304" pitchFamily="18" charset="0"/>
              </a:rPr>
              <a:t>Name: </a:t>
            </a:r>
            <a:r>
              <a:rPr lang="en-IN" dirty="0" err="1">
                <a:latin typeface="Times New Roman" panose="02020603050405020304" pitchFamily="18" charset="0"/>
                <a:cs typeface="Times New Roman" panose="02020603050405020304" pitchFamily="18" charset="0"/>
              </a:rPr>
              <a:t>Bandaru</a:t>
            </a:r>
            <a:r>
              <a:rPr lang="en-IN" dirty="0">
                <a:latin typeface="Times New Roman" panose="02020603050405020304" pitchFamily="18" charset="0"/>
                <a:cs typeface="Times New Roman" panose="02020603050405020304" pitchFamily="18" charset="0"/>
              </a:rPr>
              <a:t> Harika </a:t>
            </a:r>
            <a:r>
              <a:rPr lang="en-IN" dirty="0" err="1">
                <a:latin typeface="Times New Roman" panose="02020603050405020304" pitchFamily="18" charset="0"/>
                <a:cs typeface="Times New Roman" panose="02020603050405020304" pitchFamily="18" charset="0"/>
              </a:rPr>
              <a:t>Hasini</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Roll No: CA11202516329</a:t>
            </a:r>
          </a:p>
          <a:p>
            <a:pPr>
              <a:lnSpc>
                <a:spcPct val="150000"/>
              </a:lnSpc>
            </a:pPr>
            <a:r>
              <a:rPr lang="en-IN" dirty="0">
                <a:latin typeface="Times New Roman" panose="02020603050405020304" pitchFamily="18" charset="0"/>
                <a:cs typeface="Times New Roman" panose="02020603050405020304" pitchFamily="18" charset="0"/>
              </a:rPr>
              <a:t>Course: CDA</a:t>
            </a:r>
          </a:p>
        </p:txBody>
      </p:sp>
    </p:spTree>
    <p:extLst>
      <p:ext uri="{BB962C8B-B14F-4D97-AF65-F5344CB8AC3E}">
        <p14:creationId xmlns:p14="http://schemas.microsoft.com/office/powerpoint/2010/main" val="1701855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1D217-266B-BB36-70B2-335134E084C2}"/>
              </a:ext>
            </a:extLst>
          </p:cNvPr>
          <p:cNvSpPr>
            <a:spLocks noGrp="1"/>
          </p:cNvSpPr>
          <p:nvPr>
            <p:ph type="ctrTitle"/>
          </p:nvPr>
        </p:nvSpPr>
        <p:spPr>
          <a:xfrm>
            <a:off x="2364658" y="474921"/>
            <a:ext cx="7462684" cy="527970"/>
          </a:xfrm>
          <a:ln w="19050">
            <a:solidFill>
              <a:schemeClr val="tx1"/>
            </a:solidFill>
          </a:ln>
        </p:spPr>
        <p:txBody>
          <a:bodyPr>
            <a:normAutofit/>
          </a:bodyPr>
          <a:lstStyle/>
          <a:p>
            <a:r>
              <a:rPr lang="en-IN" sz="28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PROJECT OBJECTIVE</a:t>
            </a:r>
          </a:p>
        </p:txBody>
      </p:sp>
      <p:sp>
        <p:nvSpPr>
          <p:cNvPr id="3" name="Subtitle 2">
            <a:extLst>
              <a:ext uri="{FF2B5EF4-FFF2-40B4-BE49-F238E27FC236}">
                <a16:creationId xmlns:a16="http://schemas.microsoft.com/office/drawing/2014/main" id="{8B90A735-A782-D7A4-4FEA-E2D4CE5B33CF}"/>
              </a:ext>
            </a:extLst>
          </p:cNvPr>
          <p:cNvSpPr>
            <a:spLocks noGrp="1"/>
          </p:cNvSpPr>
          <p:nvPr>
            <p:ph type="subTitle" idx="1"/>
          </p:nvPr>
        </p:nvSpPr>
        <p:spPr>
          <a:xfrm>
            <a:off x="1238864" y="1318332"/>
            <a:ext cx="9930581" cy="2336647"/>
          </a:xfrm>
        </p:spPr>
        <p:txBody>
          <a:bodyPr>
            <a:normAutofit/>
          </a:bodyPr>
          <a:lstStyle/>
          <a:p>
            <a:pPr algn="l"/>
            <a:r>
              <a:rPr lang="en-IN" sz="25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Objective</a:t>
            </a:r>
          </a:p>
          <a:p>
            <a:pPr algn="just">
              <a:lnSpc>
                <a:spcPct val="15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The objective of this project is to perform a comprehensive analysis of Data Science job postings and identify key trends within the job market. The analysis helps understand which locations offer the highest opportunities, which industries recruit the most Data Science professionals, the salary ranges offered by employers, and the skills required for different job roles.</a:t>
            </a:r>
          </a:p>
          <a:p>
            <a:endParaRPr lang="en-IN" sz="1800" dirty="0"/>
          </a:p>
        </p:txBody>
      </p:sp>
      <p:sp>
        <p:nvSpPr>
          <p:cNvPr id="5" name="TextBox 4">
            <a:extLst>
              <a:ext uri="{FF2B5EF4-FFF2-40B4-BE49-F238E27FC236}">
                <a16:creationId xmlns:a16="http://schemas.microsoft.com/office/drawing/2014/main" id="{AFA753EE-C1A2-BCAA-24D3-36DFAFA13ACC}"/>
              </a:ext>
            </a:extLst>
          </p:cNvPr>
          <p:cNvSpPr txBox="1"/>
          <p:nvPr/>
        </p:nvSpPr>
        <p:spPr>
          <a:xfrm>
            <a:off x="1238864" y="3429000"/>
            <a:ext cx="5928852" cy="3023905"/>
          </a:xfrm>
          <a:prstGeom prst="rect">
            <a:avLst/>
          </a:prstGeom>
          <a:noFill/>
        </p:spPr>
        <p:txBody>
          <a:bodyPr wrap="square" rtlCol="0">
            <a:spAutoFit/>
          </a:bodyPr>
          <a:lstStyle/>
          <a:p>
            <a:pPr>
              <a:lnSpc>
                <a:spcPct val="150000"/>
              </a:lnSpc>
            </a:pPr>
            <a:r>
              <a:rPr lang="en-IN" sz="25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Tools Used</a:t>
            </a:r>
          </a:p>
          <a:p>
            <a:pPr>
              <a:lnSpc>
                <a:spcPct val="150000"/>
              </a:lnSpc>
            </a:pPr>
            <a:r>
              <a:rPr lang="en-IN" dirty="0">
                <a:latin typeface="Times New Roman" panose="02020603050405020304" pitchFamily="18" charset="0"/>
                <a:ea typeface="Calibri" panose="020F0502020204030204" pitchFamily="34" charset="0"/>
                <a:cs typeface="Times New Roman" panose="02020603050405020304" pitchFamily="18" charset="0"/>
              </a:rPr>
              <a:t>MySQL Database </a:t>
            </a:r>
          </a:p>
          <a:p>
            <a:pPr>
              <a:lnSpc>
                <a:spcPct val="150000"/>
              </a:lnSpc>
            </a:pPr>
            <a:r>
              <a:rPr lang="en-IN" dirty="0">
                <a:latin typeface="Times New Roman" panose="02020603050405020304" pitchFamily="18" charset="0"/>
                <a:ea typeface="Calibri" panose="020F0502020204030204" pitchFamily="34" charset="0"/>
                <a:cs typeface="Times New Roman" panose="02020603050405020304" pitchFamily="18" charset="0"/>
              </a:rPr>
              <a:t>SQL Queries </a:t>
            </a:r>
          </a:p>
          <a:p>
            <a:pPr>
              <a:lnSpc>
                <a:spcPct val="150000"/>
              </a:lnSpc>
            </a:pPr>
            <a:r>
              <a:rPr lang="en-IN" dirty="0">
                <a:latin typeface="Times New Roman" panose="02020603050405020304" pitchFamily="18" charset="0"/>
                <a:ea typeface="Calibri" panose="020F0502020204030204" pitchFamily="34" charset="0"/>
                <a:cs typeface="Times New Roman" panose="02020603050405020304" pitchFamily="18" charset="0"/>
              </a:rPr>
              <a:t>Power BI </a:t>
            </a:r>
          </a:p>
          <a:p>
            <a:pPr>
              <a:lnSpc>
                <a:spcPct val="150000"/>
              </a:lnSpc>
            </a:pPr>
            <a:r>
              <a:rPr lang="en-IN" dirty="0">
                <a:latin typeface="Times New Roman" panose="02020603050405020304" pitchFamily="18" charset="0"/>
                <a:ea typeface="Calibri" panose="020F0502020204030204" pitchFamily="34" charset="0"/>
                <a:cs typeface="Times New Roman" panose="02020603050405020304" pitchFamily="18" charset="0"/>
              </a:rPr>
              <a:t>Data Analysis Techniques </a:t>
            </a:r>
          </a:p>
          <a:p>
            <a:pPr>
              <a:lnSpc>
                <a:spcPct val="150000"/>
              </a:lnSpc>
            </a:pPr>
            <a:r>
              <a:rPr lang="en-IN" dirty="0">
                <a:latin typeface="Times New Roman" panose="02020603050405020304" pitchFamily="18" charset="0"/>
                <a:ea typeface="Calibri" panose="020F0502020204030204" pitchFamily="34" charset="0"/>
                <a:cs typeface="Times New Roman" panose="02020603050405020304" pitchFamily="18" charset="0"/>
              </a:rPr>
              <a:t>Data Visualization</a:t>
            </a:r>
          </a:p>
          <a:p>
            <a:endParaRPr lang="en-IN" dirty="0"/>
          </a:p>
        </p:txBody>
      </p:sp>
    </p:spTree>
    <p:extLst>
      <p:ext uri="{BB962C8B-B14F-4D97-AF65-F5344CB8AC3E}">
        <p14:creationId xmlns:p14="http://schemas.microsoft.com/office/powerpoint/2010/main" val="1667207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C02D1-5AFD-486E-AEDE-EEA391D13698}"/>
              </a:ext>
            </a:extLst>
          </p:cNvPr>
          <p:cNvSpPr>
            <a:spLocks noGrp="1"/>
          </p:cNvSpPr>
          <p:nvPr>
            <p:ph type="ctrTitle"/>
          </p:nvPr>
        </p:nvSpPr>
        <p:spPr>
          <a:xfrm>
            <a:off x="2394155" y="516194"/>
            <a:ext cx="7541342" cy="570271"/>
          </a:xfrm>
          <a:ln w="19050">
            <a:solidFill>
              <a:schemeClr val="tx1"/>
            </a:solidFill>
          </a:ln>
        </p:spPr>
        <p:txBody>
          <a:bodyPr>
            <a:normAutofit/>
          </a:bodyPr>
          <a:lstStyle/>
          <a:p>
            <a:r>
              <a:rPr lang="en-IN" sz="28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DATASET OVERVIEW</a:t>
            </a:r>
          </a:p>
        </p:txBody>
      </p:sp>
      <p:sp>
        <p:nvSpPr>
          <p:cNvPr id="3" name="Subtitle 2">
            <a:extLst>
              <a:ext uri="{FF2B5EF4-FFF2-40B4-BE49-F238E27FC236}">
                <a16:creationId xmlns:a16="http://schemas.microsoft.com/office/drawing/2014/main" id="{9B45758F-CE7E-AF04-2DEC-CF0DD70E23FF}"/>
              </a:ext>
            </a:extLst>
          </p:cNvPr>
          <p:cNvSpPr>
            <a:spLocks noGrp="1"/>
          </p:cNvSpPr>
          <p:nvPr>
            <p:ph type="subTitle" idx="1"/>
          </p:nvPr>
        </p:nvSpPr>
        <p:spPr>
          <a:xfrm>
            <a:off x="1455174" y="1281624"/>
            <a:ext cx="9419304" cy="4440749"/>
          </a:xfrm>
        </p:spPr>
        <p:txBody>
          <a:bodyPr>
            <a:normAutofit/>
          </a:bodyPr>
          <a:lstStyle/>
          <a:p>
            <a:pPr algn="l">
              <a:lnSpc>
                <a:spcPct val="150000"/>
              </a:lnSpc>
            </a:pPr>
            <a:r>
              <a:rPr lang="en-IN" sz="25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Dataset Description</a:t>
            </a:r>
          </a:p>
          <a:p>
            <a:pPr algn="just">
              <a:lnSpc>
                <a:spcPct val="15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The dataset contains information related to Data Science job postings collected from multiple organizations. The data includes job titles, company names, salary estimates, industry information, location details, educational requirements, ratings, and job descriptions.</a:t>
            </a:r>
          </a:p>
          <a:p>
            <a:pPr algn="l">
              <a:lnSpc>
                <a:spcPct val="150000"/>
              </a:lnSpc>
            </a:pPr>
            <a:r>
              <a:rPr lang="en-IN" sz="25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Data Preparation</a:t>
            </a:r>
          </a:p>
          <a:p>
            <a:pPr algn="just">
              <a:lnSpc>
                <a:spcPct val="15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The dataset was cleaned and transformed before analysis. Missing values were handled, salary information was standardized, and relevant fields were extracted for visualization and reporting purposes.</a:t>
            </a:r>
          </a:p>
          <a:p>
            <a:endParaRPr lang="en-IN" dirty="0"/>
          </a:p>
        </p:txBody>
      </p:sp>
    </p:spTree>
    <p:extLst>
      <p:ext uri="{BB962C8B-B14F-4D97-AF65-F5344CB8AC3E}">
        <p14:creationId xmlns:p14="http://schemas.microsoft.com/office/powerpoint/2010/main" val="3433426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02F2B-B85D-7676-A986-E33BBF690B08}"/>
              </a:ext>
            </a:extLst>
          </p:cNvPr>
          <p:cNvSpPr>
            <a:spLocks noGrp="1"/>
          </p:cNvSpPr>
          <p:nvPr>
            <p:ph type="title"/>
          </p:nvPr>
        </p:nvSpPr>
        <p:spPr>
          <a:xfrm>
            <a:off x="1504335" y="331670"/>
            <a:ext cx="8632723" cy="559107"/>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STATES WITH MOST NUMBER OF JOBS</a:t>
            </a:r>
          </a:p>
        </p:txBody>
      </p:sp>
      <p:pic>
        <p:nvPicPr>
          <p:cNvPr id="7" name="Content Placeholder 6">
            <a:extLst>
              <a:ext uri="{FF2B5EF4-FFF2-40B4-BE49-F238E27FC236}">
                <a16:creationId xmlns:a16="http://schemas.microsoft.com/office/drawing/2014/main" id="{DC59730E-CB62-2DA0-9046-F1BDC912D5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0710" y="1053232"/>
            <a:ext cx="9535182" cy="2504768"/>
          </a:xfrm>
          <a:prstGeom prst="rect">
            <a:avLst/>
          </a:prstGeom>
        </p:spPr>
      </p:pic>
      <p:sp>
        <p:nvSpPr>
          <p:cNvPr id="8" name="TextBox 7">
            <a:extLst>
              <a:ext uri="{FF2B5EF4-FFF2-40B4-BE49-F238E27FC236}">
                <a16:creationId xmlns:a16="http://schemas.microsoft.com/office/drawing/2014/main" id="{BA7425AB-7BE2-49AB-4DE3-653678C8998F}"/>
              </a:ext>
            </a:extLst>
          </p:cNvPr>
          <p:cNvSpPr txBox="1"/>
          <p:nvPr/>
        </p:nvSpPr>
        <p:spPr>
          <a:xfrm>
            <a:off x="1130710" y="3558000"/>
            <a:ext cx="9212826" cy="3046988"/>
          </a:xfrm>
          <a:prstGeom prst="rect">
            <a:avLst/>
          </a:prstGeom>
          <a:noFill/>
        </p:spPr>
        <p:txBody>
          <a:bodyPr wrap="square" rtlCol="0">
            <a:spAutoFit/>
          </a:bodyPr>
          <a:lstStyle/>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Analysis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California leads with 152 job postings, followed by Massachusetts (103) and New York (72). These states have the highest demand for Data Science professionals.</a:t>
            </a:r>
          </a:p>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Insight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Most Data Science jobs are concentrated in a few key states, providing better career opportunities for job seekers in these regions.</a:t>
            </a:r>
          </a:p>
          <a:p>
            <a:endParaRPr lang="en-IN" dirty="0"/>
          </a:p>
        </p:txBody>
      </p:sp>
    </p:spTree>
    <p:extLst>
      <p:ext uri="{BB962C8B-B14F-4D97-AF65-F5344CB8AC3E}">
        <p14:creationId xmlns:p14="http://schemas.microsoft.com/office/powerpoint/2010/main" val="2644145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ED91A-B095-54F7-CF0B-78F6C583F52D}"/>
              </a:ext>
            </a:extLst>
          </p:cNvPr>
          <p:cNvSpPr>
            <a:spLocks noGrp="1"/>
          </p:cNvSpPr>
          <p:nvPr>
            <p:ph type="title"/>
          </p:nvPr>
        </p:nvSpPr>
        <p:spPr>
          <a:xfrm>
            <a:off x="838200" y="304800"/>
            <a:ext cx="10515600" cy="658762"/>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AVERAGE MINIMUM AND MAXIMUM SALARIES BY STATE</a:t>
            </a:r>
          </a:p>
        </p:txBody>
      </p:sp>
      <p:pic>
        <p:nvPicPr>
          <p:cNvPr id="5" name="Content Placeholder 4">
            <a:extLst>
              <a:ext uri="{FF2B5EF4-FFF2-40B4-BE49-F238E27FC236}">
                <a16:creationId xmlns:a16="http://schemas.microsoft.com/office/drawing/2014/main" id="{5E04F74A-8E0A-1BE3-B395-CBD144854F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7290" y="1192165"/>
            <a:ext cx="8180438" cy="2084438"/>
          </a:xfrm>
          <a:prstGeom prst="rect">
            <a:avLst/>
          </a:prstGeom>
        </p:spPr>
      </p:pic>
      <p:sp>
        <p:nvSpPr>
          <p:cNvPr id="6" name="TextBox 5">
            <a:extLst>
              <a:ext uri="{FF2B5EF4-FFF2-40B4-BE49-F238E27FC236}">
                <a16:creationId xmlns:a16="http://schemas.microsoft.com/office/drawing/2014/main" id="{4AAF3F0F-1B3E-9BB2-B7FD-825C528B1194}"/>
              </a:ext>
            </a:extLst>
          </p:cNvPr>
          <p:cNvSpPr txBox="1"/>
          <p:nvPr/>
        </p:nvSpPr>
        <p:spPr>
          <a:xfrm>
            <a:off x="1160207" y="3338058"/>
            <a:ext cx="9694605" cy="3142527"/>
          </a:xfrm>
          <a:prstGeom prst="rect">
            <a:avLst/>
          </a:prstGeom>
          <a:noFill/>
        </p:spPr>
        <p:txBody>
          <a:bodyPr wrap="square" rtlCol="0">
            <a:spAutoFit/>
          </a:bodyPr>
          <a:lstStyle/>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Analysis</a:t>
            </a:r>
          </a:p>
          <a:p>
            <a:pPr>
              <a:lnSpc>
                <a:spcPct val="150000"/>
              </a:lnSpc>
            </a:pPr>
            <a:r>
              <a:rPr lang="en-IN" dirty="0">
                <a:latin typeface="Times New Roman" panose="02020603050405020304" pitchFamily="18" charset="0"/>
                <a:cs typeface="Times New Roman" panose="02020603050405020304" pitchFamily="18" charset="0"/>
              </a:rPr>
              <a:t>This chart compares the average minimum and maximum salary ranges offered in different states. Significant variations can be observed between locations, reflecting differences in demand, cost of living, and industry presence.</a:t>
            </a:r>
          </a:p>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Insight</a:t>
            </a:r>
          </a:p>
          <a:p>
            <a:pPr>
              <a:lnSpc>
                <a:spcPct val="150000"/>
              </a:lnSpc>
            </a:pPr>
            <a:r>
              <a:rPr lang="en-IN" dirty="0"/>
              <a:t>Higher-paying states attract skilled Data Science professionals. Salary levels are often influenced by industry demand and market competition. Candidates can benefit by targeting these regions.</a:t>
            </a:r>
          </a:p>
        </p:txBody>
      </p:sp>
    </p:spTree>
    <p:extLst>
      <p:ext uri="{BB962C8B-B14F-4D97-AF65-F5344CB8AC3E}">
        <p14:creationId xmlns:p14="http://schemas.microsoft.com/office/powerpoint/2010/main" val="2495721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FD707-1D7E-58C4-9D8F-47F4F3F06E07}"/>
              </a:ext>
            </a:extLst>
          </p:cNvPr>
          <p:cNvSpPr>
            <a:spLocks noGrp="1"/>
          </p:cNvSpPr>
          <p:nvPr>
            <p:ph type="title"/>
          </p:nvPr>
        </p:nvSpPr>
        <p:spPr>
          <a:xfrm>
            <a:off x="1799303" y="365126"/>
            <a:ext cx="8652388" cy="549274"/>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AVERAGE SALARY BY STATE</a:t>
            </a:r>
          </a:p>
        </p:txBody>
      </p:sp>
      <p:pic>
        <p:nvPicPr>
          <p:cNvPr id="5" name="Content Placeholder 4">
            <a:extLst>
              <a:ext uri="{FF2B5EF4-FFF2-40B4-BE49-F238E27FC236}">
                <a16:creationId xmlns:a16="http://schemas.microsoft.com/office/drawing/2014/main" id="{1B5F59D9-209B-B180-C20C-3686A558BF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1150" y="1081548"/>
            <a:ext cx="9183328" cy="2133600"/>
          </a:xfrm>
          <a:prstGeom prst="rect">
            <a:avLst/>
          </a:prstGeom>
        </p:spPr>
      </p:pic>
      <p:sp>
        <p:nvSpPr>
          <p:cNvPr id="6" name="TextBox 5">
            <a:extLst>
              <a:ext uri="{FF2B5EF4-FFF2-40B4-BE49-F238E27FC236}">
                <a16:creationId xmlns:a16="http://schemas.microsoft.com/office/drawing/2014/main" id="{C92B7C3B-3D7A-C961-63D5-B9DE78269B48}"/>
              </a:ext>
            </a:extLst>
          </p:cNvPr>
          <p:cNvSpPr txBox="1"/>
          <p:nvPr/>
        </p:nvSpPr>
        <p:spPr>
          <a:xfrm>
            <a:off x="1297859" y="3307023"/>
            <a:ext cx="9851922" cy="3462486"/>
          </a:xfrm>
          <a:prstGeom prst="rect">
            <a:avLst/>
          </a:prstGeom>
          <a:noFill/>
        </p:spPr>
        <p:txBody>
          <a:bodyPr wrap="square" rtlCol="0">
            <a:spAutoFit/>
          </a:bodyPr>
          <a:lstStyle/>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Analysis</a:t>
            </a:r>
          </a:p>
          <a:p>
            <a:pPr>
              <a:lnSpc>
                <a:spcPct val="150000"/>
              </a:lnSpc>
            </a:pPr>
            <a:r>
              <a:rPr lang="en-IN" dirty="0">
                <a:latin typeface="Times New Roman" panose="02020603050405020304" pitchFamily="18" charset="0"/>
                <a:cs typeface="Times New Roman" panose="02020603050405020304" pitchFamily="18" charset="0"/>
              </a:rPr>
              <a:t>The average salary analysis highlights how compensation differs among various states. Locations such as San Francisco and New York offer higher average salaries due to the concentration of data-driven businesses and increased demand for specialized talent.</a:t>
            </a:r>
          </a:p>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Insight</a:t>
            </a:r>
          </a:p>
          <a:p>
            <a:pPr>
              <a:lnSpc>
                <a:spcPct val="150000"/>
              </a:lnSpc>
            </a:pPr>
            <a:r>
              <a:rPr lang="en-IN" dirty="0">
                <a:latin typeface="Times New Roman" panose="02020603050405020304" pitchFamily="18" charset="0"/>
                <a:cs typeface="Times New Roman" panose="02020603050405020304" pitchFamily="18" charset="0"/>
              </a:rPr>
              <a:t>Organizations in highly competitive markets are willing to provide better compensation to secure qualified professionals.</a:t>
            </a:r>
          </a:p>
          <a:p>
            <a:endParaRPr lang="en-IN" dirty="0"/>
          </a:p>
        </p:txBody>
      </p:sp>
    </p:spTree>
    <p:extLst>
      <p:ext uri="{BB962C8B-B14F-4D97-AF65-F5344CB8AC3E}">
        <p14:creationId xmlns:p14="http://schemas.microsoft.com/office/powerpoint/2010/main" val="41796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A5828-C4EB-1AAA-7FFE-C7398E0784D6}"/>
              </a:ext>
            </a:extLst>
          </p:cNvPr>
          <p:cNvSpPr>
            <a:spLocks noGrp="1"/>
          </p:cNvSpPr>
          <p:nvPr>
            <p:ph type="title"/>
          </p:nvPr>
        </p:nvSpPr>
        <p:spPr>
          <a:xfrm>
            <a:off x="1071716" y="560792"/>
            <a:ext cx="10176387" cy="560086"/>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TOP 5 INDUSTRIES WITH DATA SCIENCE JOB POSTINGS</a:t>
            </a:r>
          </a:p>
        </p:txBody>
      </p:sp>
      <p:pic>
        <p:nvPicPr>
          <p:cNvPr id="5" name="Content Placeholder 4">
            <a:extLst>
              <a:ext uri="{FF2B5EF4-FFF2-40B4-BE49-F238E27FC236}">
                <a16:creationId xmlns:a16="http://schemas.microsoft.com/office/drawing/2014/main" id="{F930E90D-CDC8-8C4C-EA3D-36D1219132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15200" y="1822809"/>
            <a:ext cx="4038600" cy="3594765"/>
          </a:xfrm>
          <a:prstGeom prst="rect">
            <a:avLst/>
          </a:prstGeom>
        </p:spPr>
      </p:pic>
      <p:sp>
        <p:nvSpPr>
          <p:cNvPr id="6" name="TextBox 5">
            <a:extLst>
              <a:ext uri="{FF2B5EF4-FFF2-40B4-BE49-F238E27FC236}">
                <a16:creationId xmlns:a16="http://schemas.microsoft.com/office/drawing/2014/main" id="{31F3F79B-1066-846A-68F5-590A80019100}"/>
              </a:ext>
            </a:extLst>
          </p:cNvPr>
          <p:cNvSpPr txBox="1"/>
          <p:nvPr/>
        </p:nvSpPr>
        <p:spPr>
          <a:xfrm>
            <a:off x="838200" y="1660262"/>
            <a:ext cx="6056671" cy="4293483"/>
          </a:xfrm>
          <a:prstGeom prst="rect">
            <a:avLst/>
          </a:prstGeom>
          <a:noFill/>
        </p:spPr>
        <p:txBody>
          <a:bodyPr wrap="square" rtlCol="0">
            <a:spAutoFit/>
          </a:bodyPr>
          <a:lstStyle/>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Analysis</a:t>
            </a:r>
          </a:p>
          <a:p>
            <a:pPr>
              <a:lnSpc>
                <a:spcPct val="150000"/>
              </a:lnSpc>
            </a:pPr>
            <a:r>
              <a:rPr lang="en-IN" dirty="0">
                <a:latin typeface="Times New Roman" panose="02020603050405020304" pitchFamily="18" charset="0"/>
                <a:cs typeface="Times New Roman" panose="02020603050405020304" pitchFamily="18" charset="0"/>
              </a:rPr>
              <a:t>The chart illustrates the top industries actively recruiting Data Science professionals. Biotech and Pharmaceuticals lead the hiring market, followed by Insurance, Computer Hardware and Software, IT Services, and Healthcare organizations.</a:t>
            </a:r>
          </a:p>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Insight</a:t>
            </a:r>
          </a:p>
          <a:p>
            <a:pPr>
              <a:lnSpc>
                <a:spcPct val="150000"/>
              </a:lnSpc>
            </a:pPr>
            <a:r>
              <a:rPr lang="en-IN" dirty="0">
                <a:latin typeface="Times New Roman" panose="02020603050405020304" pitchFamily="18" charset="0"/>
                <a:cs typeface="Times New Roman" panose="02020603050405020304" pitchFamily="18" charset="0"/>
              </a:rPr>
              <a:t>The findings demonstrate that Data Science has become an essential business function across multiple industries rather than being limited to technology companies.</a:t>
            </a:r>
          </a:p>
          <a:p>
            <a:endParaRPr lang="en-IN" dirty="0"/>
          </a:p>
        </p:txBody>
      </p:sp>
    </p:spTree>
    <p:extLst>
      <p:ext uri="{BB962C8B-B14F-4D97-AF65-F5344CB8AC3E}">
        <p14:creationId xmlns:p14="http://schemas.microsoft.com/office/powerpoint/2010/main" val="2305500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8ED8C-A78E-4DB5-E947-0BD3BD4EFF68}"/>
              </a:ext>
            </a:extLst>
          </p:cNvPr>
          <p:cNvSpPr>
            <a:spLocks noGrp="1"/>
          </p:cNvSpPr>
          <p:nvPr>
            <p:ph type="title"/>
          </p:nvPr>
        </p:nvSpPr>
        <p:spPr>
          <a:xfrm>
            <a:off x="1229032" y="464511"/>
            <a:ext cx="9901084" cy="518715"/>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COMPANIES WITH MAXIMUM JOB OPENINGS</a:t>
            </a:r>
          </a:p>
        </p:txBody>
      </p:sp>
      <p:pic>
        <p:nvPicPr>
          <p:cNvPr id="5" name="Content Placeholder 4">
            <a:extLst>
              <a:ext uri="{FF2B5EF4-FFF2-40B4-BE49-F238E27FC236}">
                <a16:creationId xmlns:a16="http://schemas.microsoft.com/office/drawing/2014/main" id="{593EF36D-6962-6263-B49E-67F331FE3B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83045" y="1205514"/>
            <a:ext cx="5781368" cy="4768646"/>
          </a:xfrm>
          <a:prstGeom prst="rect">
            <a:avLst/>
          </a:prstGeom>
        </p:spPr>
      </p:pic>
      <p:sp>
        <p:nvSpPr>
          <p:cNvPr id="7" name="TextBox 6">
            <a:extLst>
              <a:ext uri="{FF2B5EF4-FFF2-40B4-BE49-F238E27FC236}">
                <a16:creationId xmlns:a16="http://schemas.microsoft.com/office/drawing/2014/main" id="{1C14630E-1BB9-301F-2950-97CB9A952A88}"/>
              </a:ext>
            </a:extLst>
          </p:cNvPr>
          <p:cNvSpPr txBox="1"/>
          <p:nvPr/>
        </p:nvSpPr>
        <p:spPr>
          <a:xfrm>
            <a:off x="975852" y="983226"/>
            <a:ext cx="4313903" cy="5213222"/>
          </a:xfrm>
          <a:prstGeom prst="rect">
            <a:avLst/>
          </a:prstGeom>
          <a:noFill/>
        </p:spPr>
        <p:txBody>
          <a:bodyPr wrap="square" rtlCol="0">
            <a:spAutoFit/>
          </a:bodyPr>
          <a:lstStyle/>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Analysis</a:t>
            </a:r>
          </a:p>
          <a:p>
            <a:pPr>
              <a:lnSpc>
                <a:spcPct val="150000"/>
              </a:lnSpc>
            </a:pPr>
            <a:r>
              <a:rPr lang="en-IN" dirty="0">
                <a:latin typeface="Times New Roman" panose="02020603050405020304" pitchFamily="18" charset="0"/>
                <a:cs typeface="Times New Roman" panose="02020603050405020304" pitchFamily="18" charset="0"/>
              </a:rPr>
              <a:t>Several organizations have a significantly higher number of Data Science job openings compared to others. These companies actively invest in analytics, business intelligence, machine learning, and artificial intelligence initiatives.</a:t>
            </a:r>
          </a:p>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Insight</a:t>
            </a:r>
          </a:p>
          <a:p>
            <a:pPr>
              <a:lnSpc>
                <a:spcPct val="150000"/>
              </a:lnSpc>
            </a:pPr>
            <a:r>
              <a:rPr lang="en-IN" dirty="0">
                <a:latin typeface="Times New Roman" panose="02020603050405020304" pitchFamily="18" charset="0"/>
                <a:cs typeface="Times New Roman" panose="02020603050405020304" pitchFamily="18" charset="0"/>
              </a:rPr>
              <a:t>Companies with larger hiring volumes indicate strong organizational commitment toward data-driven innovation and strategic decision-making.</a:t>
            </a:r>
          </a:p>
        </p:txBody>
      </p:sp>
    </p:spTree>
    <p:extLst>
      <p:ext uri="{BB962C8B-B14F-4D97-AF65-F5344CB8AC3E}">
        <p14:creationId xmlns:p14="http://schemas.microsoft.com/office/powerpoint/2010/main" val="2444087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E17D-4B43-0A5D-B4D5-1ED1211845A5}"/>
              </a:ext>
            </a:extLst>
          </p:cNvPr>
          <p:cNvSpPr>
            <a:spLocks noGrp="1"/>
          </p:cNvSpPr>
          <p:nvPr>
            <p:ph type="title"/>
          </p:nvPr>
        </p:nvSpPr>
        <p:spPr>
          <a:xfrm>
            <a:off x="1400619" y="404455"/>
            <a:ext cx="9306711" cy="519777"/>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JOB TITLES WITH MOST NUMBER OF JOBS</a:t>
            </a:r>
          </a:p>
        </p:txBody>
      </p:sp>
      <p:pic>
        <p:nvPicPr>
          <p:cNvPr id="5" name="Content Placeholder 4">
            <a:extLst>
              <a:ext uri="{FF2B5EF4-FFF2-40B4-BE49-F238E27FC236}">
                <a16:creationId xmlns:a16="http://schemas.microsoft.com/office/drawing/2014/main" id="{3F1564A3-E191-DBF0-7080-088BCAA491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0619" y="1160207"/>
            <a:ext cx="8938479" cy="2153263"/>
          </a:xfrm>
          <a:prstGeom prst="rect">
            <a:avLst/>
          </a:prstGeom>
        </p:spPr>
      </p:pic>
      <p:sp>
        <p:nvSpPr>
          <p:cNvPr id="6" name="TextBox 5">
            <a:extLst>
              <a:ext uri="{FF2B5EF4-FFF2-40B4-BE49-F238E27FC236}">
                <a16:creationId xmlns:a16="http://schemas.microsoft.com/office/drawing/2014/main" id="{3CBE5493-8E79-07B8-6F03-7B68EC6D04B3}"/>
              </a:ext>
            </a:extLst>
          </p:cNvPr>
          <p:cNvSpPr txBox="1"/>
          <p:nvPr/>
        </p:nvSpPr>
        <p:spPr>
          <a:xfrm>
            <a:off x="914400" y="3208701"/>
            <a:ext cx="10363200" cy="3462486"/>
          </a:xfrm>
          <a:prstGeom prst="rect">
            <a:avLst/>
          </a:prstGeom>
          <a:noFill/>
        </p:spPr>
        <p:txBody>
          <a:bodyPr wrap="square" rtlCol="0">
            <a:spAutoFit/>
          </a:bodyPr>
          <a:lstStyle/>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Analysis</a:t>
            </a:r>
          </a:p>
          <a:p>
            <a:pPr>
              <a:lnSpc>
                <a:spcPct val="150000"/>
              </a:lnSpc>
            </a:pPr>
            <a:r>
              <a:rPr lang="en-IN" dirty="0">
                <a:latin typeface="Times New Roman" panose="02020603050405020304" pitchFamily="18" charset="0"/>
                <a:cs typeface="Times New Roman" panose="02020603050405020304" pitchFamily="18" charset="0"/>
              </a:rPr>
              <a:t>This visualization identifies the most frequently advertised Data Science-related job positions. Data Scientist emerges as the most demanded role, followed by Data Engineer, Senior Data Scientist, and Data Analyst positions.</a:t>
            </a:r>
          </a:p>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Insight</a:t>
            </a:r>
          </a:p>
          <a:p>
            <a:pPr>
              <a:lnSpc>
                <a:spcPct val="150000"/>
              </a:lnSpc>
            </a:pPr>
            <a:r>
              <a:rPr lang="en-IN" dirty="0">
                <a:latin typeface="Times New Roman" panose="02020603050405020304" pitchFamily="18" charset="0"/>
                <a:cs typeface="Times New Roman" panose="02020603050405020304" pitchFamily="18" charset="0"/>
              </a:rPr>
              <a:t>Organizations require professionals capable of collecting, managing, </a:t>
            </a: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and interpreting large volumes of data to support business operations.</a:t>
            </a:r>
          </a:p>
          <a:p>
            <a:endParaRPr lang="en-IN" dirty="0"/>
          </a:p>
        </p:txBody>
      </p:sp>
    </p:spTree>
    <p:extLst>
      <p:ext uri="{BB962C8B-B14F-4D97-AF65-F5344CB8AC3E}">
        <p14:creationId xmlns:p14="http://schemas.microsoft.com/office/powerpoint/2010/main" val="417574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15FCC-6F0A-271D-C779-9C061AF4E0C0}"/>
              </a:ext>
            </a:extLst>
          </p:cNvPr>
          <p:cNvSpPr>
            <a:spLocks noGrp="1"/>
          </p:cNvSpPr>
          <p:nvPr>
            <p:ph type="title"/>
          </p:nvPr>
        </p:nvSpPr>
        <p:spPr>
          <a:xfrm>
            <a:off x="1415845" y="463447"/>
            <a:ext cx="9360309" cy="470617"/>
          </a:xfrm>
          <a:ln w="19050">
            <a:solidFill>
              <a:schemeClr val="tx1"/>
            </a:solidFill>
          </a:ln>
        </p:spPr>
        <p:txBody>
          <a:bodyPr>
            <a:normAutofit fontScale="90000"/>
          </a:bodyPr>
          <a:lstStyle/>
          <a:p>
            <a:pPr algn="ctr"/>
            <a:r>
              <a:rPr lang="en-IN" sz="2800" b="1" dirty="0">
                <a:solidFill>
                  <a:srgbClr val="002060"/>
                </a:solidFill>
                <a:latin typeface="Times New Roman" panose="02020603050405020304" pitchFamily="18" charset="0"/>
                <a:cs typeface="Times New Roman" panose="02020603050405020304" pitchFamily="18" charset="0"/>
              </a:rPr>
              <a:t>JOB TITLE SALARY ANALYSIS</a:t>
            </a:r>
          </a:p>
        </p:txBody>
      </p:sp>
      <p:pic>
        <p:nvPicPr>
          <p:cNvPr id="5" name="Content Placeholder 4">
            <a:extLst>
              <a:ext uri="{FF2B5EF4-FFF2-40B4-BE49-F238E27FC236}">
                <a16:creationId xmlns:a16="http://schemas.microsoft.com/office/drawing/2014/main" id="{34AB811E-ECAC-CDAE-30E4-7205741768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94989" y="1541206"/>
            <a:ext cx="4758811" cy="3775587"/>
          </a:xfrm>
          <a:prstGeom prst="rect">
            <a:avLst/>
          </a:prstGeom>
        </p:spPr>
      </p:pic>
      <p:sp>
        <p:nvSpPr>
          <p:cNvPr id="7" name="TextBox 6">
            <a:extLst>
              <a:ext uri="{FF2B5EF4-FFF2-40B4-BE49-F238E27FC236}">
                <a16:creationId xmlns:a16="http://schemas.microsoft.com/office/drawing/2014/main" id="{D5C57846-1182-D1FA-B60C-B1580EDEF837}"/>
              </a:ext>
            </a:extLst>
          </p:cNvPr>
          <p:cNvSpPr txBox="1"/>
          <p:nvPr/>
        </p:nvSpPr>
        <p:spPr>
          <a:xfrm>
            <a:off x="1337188" y="1162353"/>
            <a:ext cx="4758812" cy="5124480"/>
          </a:xfrm>
          <a:prstGeom prst="rect">
            <a:avLst/>
          </a:prstGeom>
          <a:noFill/>
        </p:spPr>
        <p:txBody>
          <a:bodyPr wrap="square" rtlCol="0">
            <a:spAutoFit/>
          </a:bodyPr>
          <a:lstStyle/>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Analysis</a:t>
            </a:r>
          </a:p>
          <a:p>
            <a:pPr>
              <a:lnSpc>
                <a:spcPct val="150000"/>
              </a:lnSpc>
            </a:pPr>
            <a:r>
              <a:rPr lang="en-IN" dirty="0">
                <a:latin typeface="Times New Roman" panose="02020603050405020304" pitchFamily="18" charset="0"/>
                <a:cs typeface="Times New Roman" panose="02020603050405020304" pitchFamily="18" charset="0"/>
              </a:rPr>
              <a:t>This chart compares salary levels across various Data Science job roles. Senior-level positions generally receive higher compensation due to increased responsibilities, specialized expertise, and leadership requirements.</a:t>
            </a:r>
          </a:p>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Insight</a:t>
            </a:r>
          </a:p>
          <a:p>
            <a:pPr>
              <a:lnSpc>
                <a:spcPct val="150000"/>
              </a:lnSpc>
            </a:pPr>
            <a:r>
              <a:rPr lang="en-IN" dirty="0">
                <a:latin typeface="Times New Roman" panose="02020603050405020304" pitchFamily="18" charset="0"/>
                <a:cs typeface="Times New Roman" panose="02020603050405020304" pitchFamily="18" charset="0"/>
              </a:rPr>
              <a:t>Professionals with advanced technical knowledge, machine learning expertise, and industry experience command higher salaries in the job market.</a:t>
            </a:r>
          </a:p>
          <a:p>
            <a:endParaRPr lang="en-IN" dirty="0"/>
          </a:p>
        </p:txBody>
      </p:sp>
    </p:spTree>
    <p:extLst>
      <p:ext uri="{BB962C8B-B14F-4D97-AF65-F5344CB8AC3E}">
        <p14:creationId xmlns:p14="http://schemas.microsoft.com/office/powerpoint/2010/main" val="176442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460B0-A648-C8E4-5596-95BD0F44E8C5}"/>
              </a:ext>
            </a:extLst>
          </p:cNvPr>
          <p:cNvSpPr>
            <a:spLocks noGrp="1"/>
          </p:cNvSpPr>
          <p:nvPr>
            <p:ph type="title"/>
          </p:nvPr>
        </p:nvSpPr>
        <p:spPr>
          <a:xfrm>
            <a:off x="1317523" y="532274"/>
            <a:ext cx="9733936" cy="421456"/>
          </a:xfrm>
          <a:ln w="19050">
            <a:solidFill>
              <a:schemeClr val="tx1"/>
            </a:solidFill>
          </a:ln>
        </p:spPr>
        <p:txBody>
          <a:bodyPr>
            <a:no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SKILLS REQUIRED BY COMPANIES</a:t>
            </a:r>
          </a:p>
        </p:txBody>
      </p:sp>
      <p:pic>
        <p:nvPicPr>
          <p:cNvPr id="5" name="Content Placeholder 4">
            <a:extLst>
              <a:ext uri="{FF2B5EF4-FFF2-40B4-BE49-F238E27FC236}">
                <a16:creationId xmlns:a16="http://schemas.microsoft.com/office/drawing/2014/main" id="{00A11BFD-4DBF-1985-7E6E-936DC13B00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20233" y="1520825"/>
            <a:ext cx="4753541" cy="4191717"/>
          </a:xfrm>
          <a:prstGeom prst="rect">
            <a:avLst/>
          </a:prstGeom>
        </p:spPr>
      </p:pic>
      <p:sp>
        <p:nvSpPr>
          <p:cNvPr id="6" name="TextBox 5">
            <a:extLst>
              <a:ext uri="{FF2B5EF4-FFF2-40B4-BE49-F238E27FC236}">
                <a16:creationId xmlns:a16="http://schemas.microsoft.com/office/drawing/2014/main" id="{B86DABC8-6CE3-8E49-75B3-C02CFC2DA521}"/>
              </a:ext>
            </a:extLst>
          </p:cNvPr>
          <p:cNvSpPr txBox="1"/>
          <p:nvPr/>
        </p:nvSpPr>
        <p:spPr>
          <a:xfrm>
            <a:off x="1317523" y="1336986"/>
            <a:ext cx="5220928" cy="4708981"/>
          </a:xfrm>
          <a:prstGeom prst="rect">
            <a:avLst/>
          </a:prstGeom>
          <a:noFill/>
        </p:spPr>
        <p:txBody>
          <a:bodyPr wrap="square" rtlCol="0">
            <a:spAutoFit/>
          </a:bodyPr>
          <a:lstStyle/>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Analysis</a:t>
            </a:r>
          </a:p>
          <a:p>
            <a:pPr>
              <a:lnSpc>
                <a:spcPct val="150000"/>
              </a:lnSpc>
            </a:pPr>
            <a:r>
              <a:rPr lang="en-IN" dirty="0">
                <a:latin typeface="Times New Roman" panose="02020603050405020304" pitchFamily="18" charset="0"/>
                <a:cs typeface="Times New Roman" panose="02020603050405020304" pitchFamily="18" charset="0"/>
              </a:rPr>
              <a:t>The skills analysis identifies the technologies and competencies most frequently requested by employers. Python, SQL, Machine Learning, Data Visualization, Tableau, Power BI, Statistics, and Excel are among the most demanded skills.</a:t>
            </a:r>
          </a:p>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Insight</a:t>
            </a:r>
          </a:p>
          <a:p>
            <a:pPr>
              <a:lnSpc>
                <a:spcPct val="150000"/>
              </a:lnSpc>
            </a:pPr>
            <a:r>
              <a:rPr lang="en-IN" dirty="0">
                <a:latin typeface="Times New Roman" panose="02020603050405020304" pitchFamily="18" charset="0"/>
                <a:cs typeface="Times New Roman" panose="02020603050405020304" pitchFamily="18" charset="0"/>
              </a:rPr>
              <a:t>Modern organizations expect candidates to possess both technical and analytical capabilities that support data-driven decision-making.</a:t>
            </a:r>
          </a:p>
          <a:p>
            <a:endParaRPr lang="en-IN" dirty="0"/>
          </a:p>
        </p:txBody>
      </p:sp>
    </p:spTree>
    <p:extLst>
      <p:ext uri="{BB962C8B-B14F-4D97-AF65-F5344CB8AC3E}">
        <p14:creationId xmlns:p14="http://schemas.microsoft.com/office/powerpoint/2010/main" val="1660358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B212F-4352-3434-B4F9-68E207F129D8}"/>
              </a:ext>
            </a:extLst>
          </p:cNvPr>
          <p:cNvSpPr>
            <a:spLocks noGrp="1"/>
          </p:cNvSpPr>
          <p:nvPr>
            <p:ph type="title"/>
          </p:nvPr>
        </p:nvSpPr>
        <p:spPr>
          <a:xfrm>
            <a:off x="1113504" y="561771"/>
            <a:ext cx="10019071" cy="578771"/>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RELATION BETWEEN SALARY AND EDUCATION</a:t>
            </a:r>
          </a:p>
        </p:txBody>
      </p:sp>
      <p:pic>
        <p:nvPicPr>
          <p:cNvPr id="5" name="Content Placeholder 4">
            <a:extLst>
              <a:ext uri="{FF2B5EF4-FFF2-40B4-BE49-F238E27FC236}">
                <a16:creationId xmlns:a16="http://schemas.microsoft.com/office/drawing/2014/main" id="{50993CD1-7B7F-EC0E-9C27-4DFD8C9B95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54761" y="1515038"/>
            <a:ext cx="4599038" cy="3827924"/>
          </a:xfrm>
          <a:prstGeom prst="rect">
            <a:avLst/>
          </a:prstGeom>
        </p:spPr>
      </p:pic>
      <p:sp>
        <p:nvSpPr>
          <p:cNvPr id="6" name="TextBox 5">
            <a:extLst>
              <a:ext uri="{FF2B5EF4-FFF2-40B4-BE49-F238E27FC236}">
                <a16:creationId xmlns:a16="http://schemas.microsoft.com/office/drawing/2014/main" id="{462DEA0B-238E-48B1-B492-3C23C8F6A1E7}"/>
              </a:ext>
            </a:extLst>
          </p:cNvPr>
          <p:cNvSpPr txBox="1"/>
          <p:nvPr/>
        </p:nvSpPr>
        <p:spPr>
          <a:xfrm>
            <a:off x="1143001" y="1515038"/>
            <a:ext cx="5257800" cy="4293483"/>
          </a:xfrm>
          <a:prstGeom prst="rect">
            <a:avLst/>
          </a:prstGeom>
          <a:noFill/>
        </p:spPr>
        <p:txBody>
          <a:bodyPr wrap="square" rtlCol="0">
            <a:spAutoFit/>
          </a:bodyPr>
          <a:lstStyle/>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Analysis</a:t>
            </a:r>
          </a:p>
          <a:p>
            <a:pPr>
              <a:lnSpc>
                <a:spcPct val="150000"/>
              </a:lnSpc>
            </a:pPr>
            <a:r>
              <a:rPr lang="en-IN" dirty="0">
                <a:latin typeface="Times New Roman" panose="02020603050405020304" pitchFamily="18" charset="0"/>
                <a:cs typeface="Times New Roman" panose="02020603050405020304" pitchFamily="18" charset="0"/>
              </a:rPr>
              <a:t>This visualization explores the relationship between educational qualifications and average salary levels. Higher educational qualifications generally correspond with higher salary packages.</a:t>
            </a:r>
          </a:p>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Insight</a:t>
            </a:r>
          </a:p>
          <a:p>
            <a:pPr>
              <a:lnSpc>
                <a:spcPct val="150000"/>
              </a:lnSpc>
            </a:pPr>
            <a:r>
              <a:rPr lang="en-IN" dirty="0">
                <a:latin typeface="Times New Roman" panose="02020603050405020304" pitchFamily="18" charset="0"/>
                <a:cs typeface="Times New Roman" panose="02020603050405020304" pitchFamily="18" charset="0"/>
              </a:rPr>
              <a:t>Employers recognize the value of advanced education and specialized knowledge when recruiting Data Science professionals.</a:t>
            </a:r>
          </a:p>
          <a:p>
            <a:endParaRPr lang="en-IN" dirty="0"/>
          </a:p>
        </p:txBody>
      </p:sp>
    </p:spTree>
    <p:extLst>
      <p:ext uri="{BB962C8B-B14F-4D97-AF65-F5344CB8AC3E}">
        <p14:creationId xmlns:p14="http://schemas.microsoft.com/office/powerpoint/2010/main" val="3935011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54796-102D-8B2B-FE87-CADCC8F626A6}"/>
              </a:ext>
            </a:extLst>
          </p:cNvPr>
          <p:cNvSpPr>
            <a:spLocks noGrp="1"/>
          </p:cNvSpPr>
          <p:nvPr>
            <p:ph type="title"/>
          </p:nvPr>
        </p:nvSpPr>
        <p:spPr>
          <a:xfrm>
            <a:off x="1688688" y="355293"/>
            <a:ext cx="9028473" cy="549275"/>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OVERALL JOB MARKET ANALYSIS</a:t>
            </a:r>
          </a:p>
        </p:txBody>
      </p:sp>
      <p:pic>
        <p:nvPicPr>
          <p:cNvPr id="5" name="Content Placeholder 4">
            <a:extLst>
              <a:ext uri="{FF2B5EF4-FFF2-40B4-BE49-F238E27FC236}">
                <a16:creationId xmlns:a16="http://schemas.microsoft.com/office/drawing/2014/main" id="{B9CD17FA-F5AC-74EB-1F98-39FE326AE7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3005" y="1045957"/>
            <a:ext cx="8325989" cy="2198688"/>
          </a:xfrm>
          <a:prstGeom prst="rect">
            <a:avLst/>
          </a:prstGeom>
        </p:spPr>
      </p:pic>
      <p:sp>
        <p:nvSpPr>
          <p:cNvPr id="6" name="TextBox 5">
            <a:extLst>
              <a:ext uri="{FF2B5EF4-FFF2-40B4-BE49-F238E27FC236}">
                <a16:creationId xmlns:a16="http://schemas.microsoft.com/office/drawing/2014/main" id="{5A2C340D-54B9-5D88-49D1-434217B859C1}"/>
              </a:ext>
            </a:extLst>
          </p:cNvPr>
          <p:cNvSpPr txBox="1"/>
          <p:nvPr/>
        </p:nvSpPr>
        <p:spPr>
          <a:xfrm>
            <a:off x="1688688" y="3040221"/>
            <a:ext cx="8814619" cy="3462486"/>
          </a:xfrm>
          <a:prstGeom prst="rect">
            <a:avLst/>
          </a:prstGeom>
          <a:noFill/>
        </p:spPr>
        <p:txBody>
          <a:bodyPr wrap="square" rtlCol="0">
            <a:spAutoFit/>
          </a:bodyPr>
          <a:lstStyle/>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Analysis</a:t>
            </a:r>
          </a:p>
          <a:p>
            <a:pPr>
              <a:lnSpc>
                <a:spcPct val="150000"/>
              </a:lnSpc>
            </a:pPr>
            <a:r>
              <a:rPr lang="en-IN" dirty="0">
                <a:latin typeface="Times New Roman" panose="02020603050405020304" pitchFamily="18" charset="0"/>
                <a:cs typeface="Times New Roman" panose="02020603050405020304" pitchFamily="18" charset="0"/>
              </a:rPr>
              <a:t>The KPI dashboard provides a high-level summary of the Data Science job market. It highlights the total number of jobs, average salary, participating companies, industries, job titles, and overall company ratings.</a:t>
            </a:r>
          </a:p>
          <a:p>
            <a:pPr>
              <a:lnSpc>
                <a:spcPct val="150000"/>
              </a:lnSpc>
            </a:pPr>
            <a:r>
              <a:rPr lang="en-IN" sz="2200" dirty="0">
                <a:solidFill>
                  <a:srgbClr val="002060"/>
                </a:solidFill>
                <a:latin typeface="Times New Roman" panose="02020603050405020304" pitchFamily="18" charset="0"/>
                <a:cs typeface="Times New Roman" panose="02020603050405020304" pitchFamily="18" charset="0"/>
              </a:rPr>
              <a:t>Insights</a:t>
            </a:r>
          </a:p>
          <a:p>
            <a:pPr>
              <a:lnSpc>
                <a:spcPct val="150000"/>
              </a:lnSpc>
            </a:pPr>
            <a:r>
              <a:rPr lang="en-IN" dirty="0">
                <a:latin typeface="Times New Roman" panose="02020603050405020304" pitchFamily="18" charset="0"/>
                <a:cs typeface="Times New Roman" panose="02020603050405020304" pitchFamily="18" charset="0"/>
              </a:rPr>
              <a:t>The results indicate strong hiring activity, competitive salaries, and growing demand for Data Science professionals across various industries.</a:t>
            </a:r>
          </a:p>
          <a:p>
            <a:endParaRPr lang="en-IN" dirty="0"/>
          </a:p>
        </p:txBody>
      </p:sp>
    </p:spTree>
    <p:extLst>
      <p:ext uri="{BB962C8B-B14F-4D97-AF65-F5344CB8AC3E}">
        <p14:creationId xmlns:p14="http://schemas.microsoft.com/office/powerpoint/2010/main" val="4069292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B04AC-3147-2166-58EF-BADAFD0251FA}"/>
              </a:ext>
            </a:extLst>
          </p:cNvPr>
          <p:cNvSpPr>
            <a:spLocks noGrp="1"/>
          </p:cNvSpPr>
          <p:nvPr>
            <p:ph type="title"/>
          </p:nvPr>
        </p:nvSpPr>
        <p:spPr>
          <a:xfrm>
            <a:off x="1366683" y="433950"/>
            <a:ext cx="9458631" cy="529611"/>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OVERALL INSIGHTS &amp; RECOMMENDATIONS</a:t>
            </a:r>
          </a:p>
        </p:txBody>
      </p:sp>
      <p:pic>
        <p:nvPicPr>
          <p:cNvPr id="5" name="Content Placeholder 4">
            <a:extLst>
              <a:ext uri="{FF2B5EF4-FFF2-40B4-BE49-F238E27FC236}">
                <a16:creationId xmlns:a16="http://schemas.microsoft.com/office/drawing/2014/main" id="{D780E1BD-C589-4E24-779C-890F317943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6684" y="1248696"/>
            <a:ext cx="9458631" cy="5095415"/>
          </a:xfrm>
          <a:prstGeom prst="rect">
            <a:avLst/>
          </a:prstGeom>
          <a:ln>
            <a:solidFill>
              <a:schemeClr val="tx1"/>
            </a:solidFill>
          </a:ln>
        </p:spPr>
      </p:pic>
    </p:spTree>
    <p:extLst>
      <p:ext uri="{BB962C8B-B14F-4D97-AF65-F5344CB8AC3E}">
        <p14:creationId xmlns:p14="http://schemas.microsoft.com/office/powerpoint/2010/main" val="756865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C3B8C-AEA7-AD89-BD96-58A84D4F5A98}"/>
              </a:ext>
            </a:extLst>
          </p:cNvPr>
          <p:cNvSpPr>
            <a:spLocks noGrp="1"/>
          </p:cNvSpPr>
          <p:nvPr>
            <p:ph type="title"/>
          </p:nvPr>
        </p:nvSpPr>
        <p:spPr>
          <a:xfrm>
            <a:off x="1474839" y="365126"/>
            <a:ext cx="9389806" cy="509945"/>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INDUSTRY AND COMPANY ANALYSIS</a:t>
            </a:r>
          </a:p>
        </p:txBody>
      </p:sp>
      <p:pic>
        <p:nvPicPr>
          <p:cNvPr id="5" name="Content Placeholder 4">
            <a:extLst>
              <a:ext uri="{FF2B5EF4-FFF2-40B4-BE49-F238E27FC236}">
                <a16:creationId xmlns:a16="http://schemas.microsoft.com/office/drawing/2014/main" id="{69504B60-9342-C094-FFCF-EC5587C016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4839" y="1199536"/>
            <a:ext cx="9389806" cy="4859440"/>
          </a:xfrm>
          <a:prstGeom prst="rect">
            <a:avLst/>
          </a:prstGeom>
          <a:ln>
            <a:solidFill>
              <a:schemeClr val="tx1"/>
            </a:solidFill>
          </a:ln>
        </p:spPr>
      </p:pic>
    </p:spTree>
    <p:extLst>
      <p:ext uri="{BB962C8B-B14F-4D97-AF65-F5344CB8AC3E}">
        <p14:creationId xmlns:p14="http://schemas.microsoft.com/office/powerpoint/2010/main" val="2760487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4C15D-B5F7-D7B6-F1CF-3DAF92EC5D8D}"/>
              </a:ext>
            </a:extLst>
          </p:cNvPr>
          <p:cNvSpPr>
            <a:spLocks noGrp="1"/>
          </p:cNvSpPr>
          <p:nvPr>
            <p:ph type="title"/>
          </p:nvPr>
        </p:nvSpPr>
        <p:spPr>
          <a:xfrm>
            <a:off x="1381432" y="365126"/>
            <a:ext cx="9429135" cy="519778"/>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SKILLS AND SALARY ANALYSIS</a:t>
            </a:r>
          </a:p>
        </p:txBody>
      </p:sp>
      <p:pic>
        <p:nvPicPr>
          <p:cNvPr id="5" name="Content Placeholder 4">
            <a:extLst>
              <a:ext uri="{FF2B5EF4-FFF2-40B4-BE49-F238E27FC236}">
                <a16:creationId xmlns:a16="http://schemas.microsoft.com/office/drawing/2014/main" id="{64B4FE05-E746-D611-456B-7CC279707B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1432" y="1288027"/>
            <a:ext cx="9429135" cy="4908602"/>
          </a:xfrm>
          <a:prstGeom prst="rect">
            <a:avLst/>
          </a:prstGeom>
          <a:ln>
            <a:solidFill>
              <a:schemeClr val="tx1"/>
            </a:solidFill>
          </a:ln>
        </p:spPr>
      </p:pic>
    </p:spTree>
    <p:extLst>
      <p:ext uri="{BB962C8B-B14F-4D97-AF65-F5344CB8AC3E}">
        <p14:creationId xmlns:p14="http://schemas.microsoft.com/office/powerpoint/2010/main" val="1104811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218AE-94C3-5924-0779-59982AA093FB}"/>
              </a:ext>
            </a:extLst>
          </p:cNvPr>
          <p:cNvSpPr>
            <a:spLocks noGrp="1"/>
          </p:cNvSpPr>
          <p:nvPr>
            <p:ph type="title"/>
          </p:nvPr>
        </p:nvSpPr>
        <p:spPr>
          <a:xfrm>
            <a:off x="759542" y="542107"/>
            <a:ext cx="10515600" cy="470616"/>
          </a:xfrm>
          <a:ln w="19050">
            <a:solidFill>
              <a:schemeClr val="tx1"/>
            </a:solidFill>
          </a:ln>
        </p:spPr>
        <p:txBody>
          <a:bodyPr>
            <a:no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DASHBOARD INSIGHTS &amp; COMPANY RECOMMENDATIONS</a:t>
            </a:r>
          </a:p>
        </p:txBody>
      </p:sp>
      <p:sp>
        <p:nvSpPr>
          <p:cNvPr id="3" name="Content Placeholder 2">
            <a:extLst>
              <a:ext uri="{FF2B5EF4-FFF2-40B4-BE49-F238E27FC236}">
                <a16:creationId xmlns:a16="http://schemas.microsoft.com/office/drawing/2014/main" id="{8D427BCB-3444-3068-DDD3-3FBA69596D3B}"/>
              </a:ext>
            </a:extLst>
          </p:cNvPr>
          <p:cNvSpPr>
            <a:spLocks noGrp="1"/>
          </p:cNvSpPr>
          <p:nvPr>
            <p:ph idx="1"/>
          </p:nvPr>
        </p:nvSpPr>
        <p:spPr>
          <a:xfrm>
            <a:off x="838200" y="1120876"/>
            <a:ext cx="10515600" cy="5371997"/>
          </a:xfrm>
        </p:spPr>
        <p:txBody>
          <a:bodyPr>
            <a:noAutofit/>
          </a:bodyPr>
          <a:lstStyle/>
          <a:p>
            <a:pPr marL="0" indent="0">
              <a:lnSpc>
                <a:spcPct val="150000"/>
              </a:lnSpc>
              <a:buNone/>
            </a:pPr>
            <a:r>
              <a:rPr lang="en-IN" sz="2200" dirty="0">
                <a:solidFill>
                  <a:srgbClr val="002060"/>
                </a:solidFill>
                <a:latin typeface="Times New Roman" panose="02020603050405020304" pitchFamily="18" charset="0"/>
                <a:cs typeface="Times New Roman" panose="02020603050405020304" pitchFamily="18" charset="0"/>
              </a:rPr>
              <a:t>Analysis</a:t>
            </a:r>
          </a:p>
          <a:p>
            <a:pPr marL="0" indent="0" algn="just">
              <a:lnSpc>
                <a:spcPct val="150000"/>
              </a:lnSpc>
              <a:buNone/>
            </a:pPr>
            <a:r>
              <a:rPr lang="en-IN" sz="1800" dirty="0">
                <a:latin typeface="Times New Roman" panose="02020603050405020304" pitchFamily="18" charset="0"/>
                <a:cs typeface="Times New Roman" panose="02020603050405020304" pitchFamily="18" charset="0"/>
              </a:rPr>
              <a:t>The Power BI dashboards provide a comprehensive view of the Data Science job market, covering job opportunities, salary trends, industry demand, company hiring patterns, required skills, and education levels. The visualizations help identify key market trends and support data-driven decision-making.</a:t>
            </a:r>
          </a:p>
          <a:p>
            <a:pPr marL="0" indent="0">
              <a:lnSpc>
                <a:spcPct val="150000"/>
              </a:lnSpc>
              <a:buNone/>
            </a:pPr>
            <a:r>
              <a:rPr lang="en-IN" sz="2200" dirty="0">
                <a:solidFill>
                  <a:srgbClr val="002060"/>
                </a:solidFill>
                <a:latin typeface="Times New Roman" panose="02020603050405020304" pitchFamily="18" charset="0"/>
                <a:cs typeface="Times New Roman" panose="02020603050405020304" pitchFamily="18" charset="0"/>
              </a:rPr>
              <a:t>Key Insights</a:t>
            </a:r>
          </a:p>
          <a:p>
            <a:pPr marL="0" indent="0">
              <a:lnSpc>
                <a:spcPct val="150000"/>
              </a:lnSpc>
              <a:buNone/>
            </a:pPr>
            <a:r>
              <a:rPr lang="en-IN" sz="1800" dirty="0"/>
              <a:t>California leads in job opportunities, while San Francisco offers the highest salaries. Biotech &amp; Pharmaceuticals dominate hiring, and Data Scientist is the most demanded role.</a:t>
            </a:r>
          </a:p>
          <a:p>
            <a:pPr marL="0" indent="0">
              <a:lnSpc>
                <a:spcPct val="150000"/>
              </a:lnSpc>
              <a:buNone/>
            </a:pPr>
            <a:r>
              <a:rPr lang="en-IN" sz="2200" dirty="0">
                <a:solidFill>
                  <a:srgbClr val="002060"/>
                </a:solidFill>
                <a:latin typeface="Times New Roman" panose="02020603050405020304" pitchFamily="18" charset="0"/>
                <a:cs typeface="Times New Roman" panose="02020603050405020304" pitchFamily="18" charset="0"/>
              </a:rPr>
              <a:t>Recommendations</a:t>
            </a:r>
          </a:p>
          <a:p>
            <a:pPr marL="0" indent="0">
              <a:lnSpc>
                <a:spcPct val="150000"/>
              </a:lnSpc>
              <a:buNone/>
            </a:pPr>
            <a:r>
              <a:rPr lang="en-IN" sz="1800" dirty="0"/>
              <a:t>Companies should offer competitive salaries and invest in employee training. Hiring skilled data professionals and promoting data-driven decisions can improve business performance.</a:t>
            </a:r>
          </a:p>
          <a:p>
            <a:pPr marL="0" indent="0">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9679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54426-4928-E667-65EC-66BD42CF2C51}"/>
              </a:ext>
            </a:extLst>
          </p:cNvPr>
          <p:cNvSpPr>
            <a:spLocks noGrp="1"/>
          </p:cNvSpPr>
          <p:nvPr>
            <p:ph type="title"/>
          </p:nvPr>
        </p:nvSpPr>
        <p:spPr>
          <a:xfrm>
            <a:off x="1582993" y="681037"/>
            <a:ext cx="8495072" cy="608269"/>
          </a:xfrm>
          <a:ln w="19050">
            <a:solidFill>
              <a:schemeClr val="tx1"/>
            </a:solidFill>
          </a:ln>
        </p:spPr>
        <p:txBody>
          <a:bodyPr>
            <a:normAutofit/>
          </a:bodyPr>
          <a:lstStyle/>
          <a:p>
            <a:pPr algn="ctr"/>
            <a:r>
              <a:rPr lang="en-US" sz="2800" b="1" dirty="0">
                <a:solidFill>
                  <a:srgbClr val="002060"/>
                </a:solidFill>
                <a:latin typeface="Times New Roman" panose="02020603050405020304" pitchFamily="18" charset="0"/>
                <a:cs typeface="Times New Roman" panose="02020603050405020304" pitchFamily="18" charset="0"/>
              </a:rPr>
              <a:t>CONCLUSION</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A0A34C-5A6B-9328-791D-938171DE5994}"/>
              </a:ext>
            </a:extLst>
          </p:cNvPr>
          <p:cNvSpPr>
            <a:spLocks noGrp="1"/>
          </p:cNvSpPr>
          <p:nvPr>
            <p:ph idx="1"/>
          </p:nvPr>
        </p:nvSpPr>
        <p:spPr>
          <a:xfrm>
            <a:off x="1337186" y="1904283"/>
            <a:ext cx="9517627" cy="3277317"/>
          </a:xfrm>
        </p:spPr>
        <p:txBody>
          <a:bodyPr>
            <a:normAutofit/>
          </a:bodyPr>
          <a:lstStyle/>
          <a:p>
            <a:pPr marL="0" indent="0" algn="just">
              <a:lnSpc>
                <a:spcPct val="150000"/>
              </a:lnSpc>
              <a:buNone/>
            </a:pPr>
            <a:r>
              <a:rPr lang="en-IN" sz="1800" dirty="0">
                <a:latin typeface="Times New Roman" panose="02020603050405020304" pitchFamily="18" charset="0"/>
                <a:cs typeface="Times New Roman" panose="02020603050405020304" pitchFamily="18" charset="0"/>
              </a:rPr>
              <a:t>This project analyzed the Data Science job market using SQL and Power BI to identify important trends and patterns. The findings show that California leads in job opportunities, while San Francisco offers the highest salaries. Biotech &amp; Pharmaceutical industries are among the top recruiters of Data Science professionals. Data Scientist emerged as the most demanded job role, with Python and SQL being the most sought-after skills. The analysis also indicates that higher education can contribute to better salary opportunities. Overall, the project highlights the growing demand for Data Science professionals across various industries.</a:t>
            </a:r>
          </a:p>
        </p:txBody>
      </p:sp>
    </p:spTree>
    <p:extLst>
      <p:ext uri="{BB962C8B-B14F-4D97-AF65-F5344CB8AC3E}">
        <p14:creationId xmlns:p14="http://schemas.microsoft.com/office/powerpoint/2010/main" val="146984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55F3EFC-59C0-C764-C691-4176F08B9ED6}"/>
              </a:ext>
            </a:extLst>
          </p:cNvPr>
          <p:cNvSpPr txBox="1"/>
          <p:nvPr/>
        </p:nvSpPr>
        <p:spPr>
          <a:xfrm>
            <a:off x="2354826" y="2536448"/>
            <a:ext cx="7482347" cy="892552"/>
          </a:xfrm>
          <a:prstGeom prst="rect">
            <a:avLst/>
          </a:prstGeom>
          <a:noFill/>
        </p:spPr>
        <p:txBody>
          <a:bodyPr wrap="square" rtlCol="0">
            <a:spAutoFit/>
          </a:bodyPr>
          <a:lstStyle/>
          <a:p>
            <a:pPr algn="ctr"/>
            <a:r>
              <a:rPr lang="en-IN" sz="5200" b="1" dirty="0">
                <a:solidFill>
                  <a:srgbClr val="002060"/>
                </a:solidFill>
                <a:latin typeface="Times New Roman" panose="02020603050405020304" pitchFamily="18" charset="0"/>
                <a:cs typeface="Times New Roman" panose="02020603050405020304" pitchFamily="18" charset="0"/>
              </a:rPr>
              <a:t>THANK</a:t>
            </a:r>
            <a:r>
              <a:rPr lang="en-IN" sz="5200" dirty="0">
                <a:latin typeface="Times New Roman" panose="02020603050405020304" pitchFamily="18" charset="0"/>
                <a:cs typeface="Times New Roman" panose="02020603050405020304" pitchFamily="18" charset="0"/>
              </a:rPr>
              <a:t> </a:t>
            </a:r>
            <a:r>
              <a:rPr lang="en-IN" sz="5200" b="1" dirty="0">
                <a:solidFill>
                  <a:srgbClr val="002060"/>
                </a:solidFill>
                <a:latin typeface="Times New Roman" panose="02020603050405020304" pitchFamily="18" charset="0"/>
                <a:cs typeface="Times New Roman" panose="02020603050405020304" pitchFamily="18" charset="0"/>
              </a:rPr>
              <a:t>YOU</a:t>
            </a:r>
          </a:p>
        </p:txBody>
      </p:sp>
    </p:spTree>
    <p:extLst>
      <p:ext uri="{BB962C8B-B14F-4D97-AF65-F5344CB8AC3E}">
        <p14:creationId xmlns:p14="http://schemas.microsoft.com/office/powerpoint/2010/main" val="2085832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TotalTime>
  <Words>1082</Words>
  <Application>Microsoft Office PowerPoint</Application>
  <PresentationFormat>Widescreen</PresentationFormat>
  <Paragraphs>83</Paragraphs>
  <Slides>19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JOB MARKET ANALYSIS (PRDA – 04)</vt:lpstr>
      <vt:lpstr>PROJECT OBJECTIVE</vt:lpstr>
      <vt:lpstr>DATASET OVERVIEW</vt:lpstr>
      <vt:lpstr>STATES WITH MOST NUMBER OF JOBS</vt:lpstr>
      <vt:lpstr>AVERAGE MINIMUM AND MAXIMUM SALARIES BY STATE</vt:lpstr>
      <vt:lpstr>AVERAGE SALARY BY STATE</vt:lpstr>
      <vt:lpstr>TOP 5 INDUSTRIES WITH DATA SCIENCE JOB POSTINGS</vt:lpstr>
      <vt:lpstr>COMPANIES WITH MAXIMUM JOB OPENINGS</vt:lpstr>
      <vt:lpstr>JOB TITLES WITH MOST NUMBER OF JOBS</vt:lpstr>
      <vt:lpstr>JOB TITLE SALARY ANALYSIS</vt:lpstr>
      <vt:lpstr>SKILLS REQUIRED BY COMPANIES</vt:lpstr>
      <vt:lpstr>RELATION BETWEEN SALARY AND EDUCATION</vt:lpstr>
      <vt:lpstr>OVERALL JOB MARKET ANALYSIS</vt:lpstr>
      <vt:lpstr>OVERALL INSIGHTS &amp; RECOMMENDATIONS</vt:lpstr>
      <vt:lpstr>INDUSTRY AND COMPANY ANALYSIS</vt:lpstr>
      <vt:lpstr>SKILLS AND SALARY ANALYSIS</vt:lpstr>
      <vt:lpstr>DASHBOARD INSIGHTS &amp; COMPANY RECOMMENDATIONS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MARKET ANALYSIS (PRDA – 04)</dc:title>
  <dc:creator>Anusha MUddada</dc:creator>
  <cp:lastModifiedBy>hrkhasini@gmail.com</cp:lastModifiedBy>
  <cp:revision>2</cp:revision>
  <dcterms:created xsi:type="dcterms:W3CDTF">2026-06-12T11:37:49Z</dcterms:created>
  <dcterms:modified xsi:type="dcterms:W3CDTF">2026-06-14T04:53:43Z</dcterms:modified>
</cp:coreProperties>
</file>